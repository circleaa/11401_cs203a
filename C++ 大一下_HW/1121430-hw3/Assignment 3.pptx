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8"/>
  </p:notesMasterIdLst>
  <p:handoutMasterIdLst>
    <p:handoutMasterId r:id="rId39"/>
  </p:handoutMasterIdLst>
  <p:sldIdLst>
    <p:sldId id="808" r:id="rId2"/>
    <p:sldId id="998" r:id="rId3"/>
    <p:sldId id="999" r:id="rId4"/>
    <p:sldId id="1000" r:id="rId5"/>
    <p:sldId id="884" r:id="rId6"/>
    <p:sldId id="997" r:id="rId7"/>
    <p:sldId id="1001" r:id="rId8"/>
    <p:sldId id="1002" r:id="rId9"/>
    <p:sldId id="1003" r:id="rId10"/>
    <p:sldId id="1004" r:id="rId11"/>
    <p:sldId id="1005" r:id="rId12"/>
    <p:sldId id="1006" r:id="rId13"/>
    <p:sldId id="995" r:id="rId14"/>
    <p:sldId id="950" r:id="rId15"/>
    <p:sldId id="953" r:id="rId16"/>
    <p:sldId id="954" r:id="rId17"/>
    <p:sldId id="956" r:id="rId18"/>
    <p:sldId id="957" r:id="rId19"/>
    <p:sldId id="958" r:id="rId20"/>
    <p:sldId id="959" r:id="rId21"/>
    <p:sldId id="882" r:id="rId22"/>
    <p:sldId id="960" r:id="rId23"/>
    <p:sldId id="968" r:id="rId24"/>
    <p:sldId id="967" r:id="rId25"/>
    <p:sldId id="964" r:id="rId26"/>
    <p:sldId id="963" r:id="rId27"/>
    <p:sldId id="962" r:id="rId28"/>
    <p:sldId id="969" r:id="rId29"/>
    <p:sldId id="1007" r:id="rId30"/>
    <p:sldId id="971" r:id="rId31"/>
    <p:sldId id="973" r:id="rId32"/>
    <p:sldId id="974" r:id="rId33"/>
    <p:sldId id="1008" r:id="rId34"/>
    <p:sldId id="976" r:id="rId35"/>
    <p:sldId id="978" r:id="rId36"/>
    <p:sldId id="979" r:id="rId37"/>
  </p:sldIdLst>
  <p:sldSz cx="9144000" cy="6858000" type="screen4x3"/>
  <p:notesSz cx="7010400" cy="9199563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FF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9" autoAdjust="0"/>
    <p:restoredTop sz="94637" autoAdjust="0"/>
  </p:normalViewPr>
  <p:slideViewPr>
    <p:cSldViewPr showGuides="1">
      <p:cViewPr varScale="1">
        <p:scale>
          <a:sx n="58" d="100"/>
          <a:sy n="58" d="100"/>
        </p:scale>
        <p:origin x="1149" y="51"/>
      </p:cViewPr>
      <p:guideLst>
        <p:guide orient="horz" pos="73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6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17456A38-10EA-45D7-A65B-673B8D5382D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0005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427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181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5427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7D753045-8815-4174-A5C7-AFFCEFE8F4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62699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60" y="2709000"/>
            <a:ext cx="8641080" cy="1440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49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369000"/>
            <a:ext cx="8640000" cy="9000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5940000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983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369000"/>
            <a:ext cx="8640000" cy="2880000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345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3780000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32000" y="549000"/>
            <a:ext cx="3600000" cy="9000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1779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3780000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718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2000" y="369000"/>
            <a:ext cx="828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449000"/>
            <a:ext cx="8280000" cy="48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3" r:id="rId2"/>
    <p:sldLayoutId id="2147483663" r:id="rId3"/>
    <p:sldLayoutId id="2147483664" r:id="rId4"/>
    <p:sldLayoutId id="2147483662" r:id="rId5"/>
    <p:sldLayoutId id="2147483661" r:id="rId6"/>
    <p:sldLayoutId id="2147483657" r:id="rId7"/>
    <p:sldLayoutId id="2147483658" r:id="rId8"/>
  </p:sldLayoutIdLst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fontAlgn="base">
        <a:spcBef>
          <a:spcPts val="0"/>
        </a:spcBef>
        <a:spcAft>
          <a:spcPct val="0"/>
        </a:spcAft>
        <a:buFontTx/>
        <a:buNone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ts val="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ts val="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ts val="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ts val="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/>
              <a:t>Assignment 3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8992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Polynomial(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0 );</a:t>
            </a:r>
          </a:p>
          <a:p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Polynomial( </a:t>
            </a:r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coefficient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exponent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Polynomial(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~Polynomial();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assign(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equal(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addition(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adder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subtraction(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subtrahend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multiplication(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multiplier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division(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divisor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modulus(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divisor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output()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hasZeroTerm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zero()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degree()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polynomial;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a polynomial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minus()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leadingCoef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064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Term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coef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coefficient of a term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expon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exponent of a term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Term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const_pointer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reference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Term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const_reference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Term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difference_type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const_iterator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vector(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pointer to beginning of array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pointer to current end of sequence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pointer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pointer to end of array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964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dividend(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numTerms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coefficient, exponent );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fr-FR" altLang="zh-TW" dirty="0">
              <a:solidFill>
                <a:srgbClr val="2B91AF"/>
              </a:solidFill>
              <a:ea typeface="細明體" panose="02020509000000000000" pitchFamily="49" charset="-120"/>
            </a:endParaRPr>
          </a:p>
          <a:p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Polynomial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::Polynomial( </a:t>
            </a:r>
            <a:r>
              <a:rPr lang="fr-FR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coefficient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exponent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: polynomial(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nn-NO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polynomial.at( i ).coef = </a:t>
            </a:r>
            <a:r>
              <a:rPr lang="it-IT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coefficient</a:t>
            </a:r>
            <a:r>
              <a:rPr lang="it-IT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polynomial.at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 ).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expon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exponent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2952000" y="4689000"/>
            <a:ext cx="3240000" cy="1440000"/>
          </a:xfrm>
          <a:prstGeom prst="rect">
            <a:avLst/>
          </a:prstGeom>
          <a:solidFill>
            <a:srgbClr val="FFFF99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472000" y="3609000"/>
            <a:ext cx="180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104153"/>
              </p:ext>
            </p:extLst>
          </p:nvPr>
        </p:nvGraphicFramePr>
        <p:xfrm>
          <a:off x="2772000" y="28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3852000" y="6129000"/>
            <a:ext cx="1440000" cy="360000"/>
          </a:xfrm>
          <a:prstGeom prst="rect">
            <a:avLst/>
          </a:prstGeom>
          <a:noFill/>
        </p:spPr>
        <p:txBody>
          <a:bodyPr wrap="square" lIns="90000" tIns="46800" rIns="90000" bIns="0" rtlCol="0" anchor="ctr" anchorCtr="0">
            <a:noAutofit/>
          </a:bodyPr>
          <a:lstStyle/>
          <a:p>
            <a:r>
              <a:rPr lang="en-US" altLang="zh-TW" sz="1800" b="0" dirty="0">
                <a:latin typeface="Lucida Console" panose="020B0609040504020204" pitchFamily="49" charset="0"/>
              </a:rPr>
              <a:t>dividend</a:t>
            </a:r>
            <a:endParaRPr lang="zh-TW" altLang="en-US" sz="18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377329"/>
              </p:ext>
            </p:extLst>
          </p:nvPr>
        </p:nvGraphicFramePr>
        <p:xfrm>
          <a:off x="2952000" y="34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99726"/>
              </p:ext>
            </p:extLst>
          </p:nvPr>
        </p:nvGraphicFramePr>
        <p:xfrm>
          <a:off x="3672000" y="34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313645"/>
              </p:ext>
            </p:extLst>
          </p:nvPr>
        </p:nvGraphicFramePr>
        <p:xfrm>
          <a:off x="4392000" y="34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3852000" y="5769000"/>
            <a:ext cx="1440000" cy="360000"/>
          </a:xfrm>
          <a:prstGeom prst="rect">
            <a:avLst/>
          </a:prstGeom>
          <a:noFill/>
        </p:spPr>
        <p:txBody>
          <a:bodyPr wrap="square" lIns="90000" rIns="90000" bIns="46800" rtlCol="0" anchor="ctr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  <a:ea typeface="新細明體"/>
              </a:rPr>
              <a:t>polynomial</a:t>
            </a:r>
            <a:endParaRPr lang="zh-TW" altLang="en-US" sz="1600" b="0" dirty="0">
              <a:solidFill>
                <a:prstClr val="black"/>
              </a:solidFill>
              <a:latin typeface="Lucida Console"/>
              <a:ea typeface="新細明體"/>
            </a:endParaRPr>
          </a:p>
        </p:txBody>
      </p:sp>
      <p:sp>
        <p:nvSpPr>
          <p:cNvPr id="18" name="流程圖: 程序 17"/>
          <p:cNvSpPr/>
          <p:nvPr/>
        </p:nvSpPr>
        <p:spPr>
          <a:xfrm>
            <a:off x="3131770" y="4868931"/>
            <a:ext cx="2880369" cy="900115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3131770" y="5409000"/>
            <a:ext cx="1080138" cy="360000"/>
          </a:xfrm>
          <a:prstGeom prst="flowChartProcess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0000"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zh-TW" sz="1600" b="0" kern="0" dirty="0" err="1">
                <a:solidFill>
                  <a:prstClr val="black"/>
                </a:solidFill>
                <a:latin typeface="Lucida Console" panose="020B0609040504020204" pitchFamily="49" charset="0"/>
                <a:ea typeface="微軟正黑體"/>
                <a:cs typeface="+mn-cs"/>
              </a:rPr>
              <a:t>myFirst</a:t>
            </a:r>
            <a:endParaRPr lang="zh-TW" altLang="en-US" sz="1600" b="0" kern="0" dirty="0">
              <a:solidFill>
                <a:prstClr val="black"/>
              </a:solidFill>
              <a:latin typeface="Lucida Console" panose="020B0609040504020204" pitchFamily="49" charset="0"/>
              <a:ea typeface="微軟正黑體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91931" y="5048954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1" name="流程圖: 程序 20"/>
          <p:cNvSpPr/>
          <p:nvPr/>
        </p:nvSpPr>
        <p:spPr>
          <a:xfrm>
            <a:off x="4932000" y="5409000"/>
            <a:ext cx="1080138" cy="360000"/>
          </a:xfrm>
          <a:prstGeom prst="flowChartProcess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0000" rIns="90000"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zh-TW" sz="1600" b="0" kern="0" dirty="0" err="1">
                <a:solidFill>
                  <a:prstClr val="black"/>
                </a:solidFill>
                <a:latin typeface="Lucida Console" panose="020B0609040504020204" pitchFamily="49" charset="0"/>
                <a:ea typeface="微軟正黑體"/>
                <a:cs typeface="+mn-cs"/>
              </a:rPr>
              <a:t>myEnd</a:t>
            </a:r>
            <a:endParaRPr lang="zh-TW" altLang="en-US" sz="1600" b="0" kern="0" dirty="0">
              <a:solidFill>
                <a:prstClr val="black"/>
              </a:solidFill>
              <a:latin typeface="Lucida Console" panose="020B0609040504020204" pitchFamily="49" charset="0"/>
              <a:ea typeface="微軟正黑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91816" y="5048954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92046" y="5048954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24" name="流程圖: 程序 23"/>
          <p:cNvSpPr/>
          <p:nvPr/>
        </p:nvSpPr>
        <p:spPr>
          <a:xfrm>
            <a:off x="4031885" y="5409000"/>
            <a:ext cx="1079931" cy="360000"/>
          </a:xfrm>
          <a:prstGeom prst="flowChartProcess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zh-TW" sz="1600" b="0" kern="0" dirty="0" err="1">
                <a:solidFill>
                  <a:prstClr val="black"/>
                </a:solidFill>
                <a:latin typeface="Lucida Console" panose="020B0609040504020204" pitchFamily="49" charset="0"/>
                <a:ea typeface="微軟正黑體"/>
                <a:cs typeface="+mn-cs"/>
              </a:rPr>
              <a:t>myLast</a:t>
            </a:r>
            <a:endParaRPr lang="zh-TW" altLang="en-US" sz="1600" b="0" kern="0" dirty="0">
              <a:solidFill>
                <a:prstClr val="black"/>
              </a:solidFill>
              <a:latin typeface="Lucida Console" panose="020B0609040504020204" pitchFamily="49" charset="0"/>
              <a:ea typeface="微軟正黑體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 flipH="1" flipV="1">
            <a:off x="5112000" y="4329002"/>
            <a:ext cx="3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26" name="直線單箭頭接點 25"/>
          <p:cNvCxnSpPr/>
          <p:nvPr/>
        </p:nvCxnSpPr>
        <p:spPr>
          <a:xfrm flipV="1">
            <a:off x="4572000" y="4329002"/>
            <a:ext cx="5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27" name="直線單箭頭接點 26"/>
          <p:cNvCxnSpPr/>
          <p:nvPr/>
        </p:nvCxnSpPr>
        <p:spPr>
          <a:xfrm flipH="1" flipV="1">
            <a:off x="3132000" y="4329002"/>
            <a:ext cx="5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37298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</a:rPr>
              <a:t>addition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257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93566"/>
              </p:ext>
            </p:extLst>
          </p:nvPr>
        </p:nvGraphicFramePr>
        <p:xfrm>
          <a:off x="1332000" y="3429000"/>
          <a:ext cx="43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24104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71856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9015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254867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1143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46663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4212000" y="4869000"/>
            <a:ext cx="162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21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graphicFrame>
        <p:nvGraphicFramePr>
          <p:cNvPr id="91" name="表格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0220"/>
              </p:ext>
            </p:extLst>
          </p:nvPr>
        </p:nvGraphicFramePr>
        <p:xfrm>
          <a:off x="439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6882"/>
              </p:ext>
            </p:extLst>
          </p:nvPr>
        </p:nvGraphicFramePr>
        <p:xfrm>
          <a:off x="51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93" name="文字方塊 92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86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93566"/>
              </p:ext>
            </p:extLst>
          </p:nvPr>
        </p:nvGraphicFramePr>
        <p:xfrm>
          <a:off x="1332000" y="3429000"/>
          <a:ext cx="43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24104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71856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254867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1143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46663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4212000" y="4869000"/>
            <a:ext cx="162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21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graphicFrame>
        <p:nvGraphicFramePr>
          <p:cNvPr id="91" name="表格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0220"/>
              </p:ext>
            </p:extLst>
          </p:nvPr>
        </p:nvGraphicFramePr>
        <p:xfrm>
          <a:off x="439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6882"/>
              </p:ext>
            </p:extLst>
          </p:nvPr>
        </p:nvGraphicFramePr>
        <p:xfrm>
          <a:off x="51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6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93566"/>
              </p:ext>
            </p:extLst>
          </p:nvPr>
        </p:nvGraphicFramePr>
        <p:xfrm>
          <a:off x="1332000" y="3429000"/>
          <a:ext cx="43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24104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71856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254867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1143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46663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4212000" y="4869000"/>
            <a:ext cx="162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21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graphicFrame>
        <p:nvGraphicFramePr>
          <p:cNvPr id="91" name="表格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0220"/>
              </p:ext>
            </p:extLst>
          </p:nvPr>
        </p:nvGraphicFramePr>
        <p:xfrm>
          <a:off x="439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6882"/>
              </p:ext>
            </p:extLst>
          </p:nvPr>
        </p:nvGraphicFramePr>
        <p:xfrm>
          <a:off x="51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28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93566"/>
              </p:ext>
            </p:extLst>
          </p:nvPr>
        </p:nvGraphicFramePr>
        <p:xfrm>
          <a:off x="1332000" y="3429000"/>
          <a:ext cx="43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24104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71856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40903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1143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46663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4212000" y="4869000"/>
            <a:ext cx="162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21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graphicFrame>
        <p:nvGraphicFramePr>
          <p:cNvPr id="91" name="表格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0220"/>
              </p:ext>
            </p:extLst>
          </p:nvPr>
        </p:nvGraphicFramePr>
        <p:xfrm>
          <a:off x="439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6882"/>
              </p:ext>
            </p:extLst>
          </p:nvPr>
        </p:nvGraphicFramePr>
        <p:xfrm>
          <a:off x="51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7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93566"/>
              </p:ext>
            </p:extLst>
          </p:nvPr>
        </p:nvGraphicFramePr>
        <p:xfrm>
          <a:off x="1332000" y="3429000"/>
          <a:ext cx="43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24104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871856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40903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18350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46663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V="1">
            <a:off x="4212000" y="4869000"/>
            <a:ext cx="162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216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graphicFrame>
        <p:nvGraphicFramePr>
          <p:cNvPr id="91" name="表格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0220"/>
              </p:ext>
            </p:extLst>
          </p:nvPr>
        </p:nvGraphicFramePr>
        <p:xfrm>
          <a:off x="439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6882"/>
              </p:ext>
            </p:extLst>
          </p:nvPr>
        </p:nvGraphicFramePr>
        <p:xfrm>
          <a:off x="51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1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57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873078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67030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708"/>
              </p:ext>
            </p:extLst>
          </p:nvPr>
        </p:nvGraphicFramePr>
        <p:xfrm>
          <a:off x="133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40903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18350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H="1" flipV="1">
            <a:off x="3672000" y="4869000"/>
            <a:ext cx="5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1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19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252000" y="729000"/>
            <a:ext cx="1620000" cy="360000"/>
          </a:xfrm>
          <a:prstGeom prst="rect">
            <a:avLst/>
          </a:prstGeom>
          <a:noFill/>
        </p:spPr>
        <p:txBody>
          <a:bodyPr wrap="square" lIns="72000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1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01199"/>
              </p:ext>
            </p:extLst>
          </p:nvPr>
        </p:nvGraphicFramePr>
        <p:xfrm>
          <a:off x="1872065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972000" y="2889000"/>
            <a:ext cx="3240065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>
                <a:latin typeface="Lucida Console" panose="020B0609040504020204" pitchFamily="49" charset="0"/>
              </a:rPr>
              <a:t>current </a:t>
            </a:r>
            <a:r>
              <a:rPr lang="en-US" altLang="zh-TW" sz="1600" b="0" dirty="0" err="1">
                <a:latin typeface="Lucida Console" panose="020B0609040504020204" pitchFamily="49" charset="0"/>
              </a:rPr>
              <a:t>object.polynomial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0431"/>
              </p:ext>
            </p:extLst>
          </p:nvPr>
        </p:nvGraphicFramePr>
        <p:xfrm>
          <a:off x="205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63667"/>
              </p:ext>
            </p:extLst>
          </p:nvPr>
        </p:nvGraphicFramePr>
        <p:xfrm>
          <a:off x="277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12943"/>
              </p:ext>
            </p:extLst>
          </p:nvPr>
        </p:nvGraphicFramePr>
        <p:xfrm>
          <a:off x="3492065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821573"/>
              </p:ext>
            </p:extLst>
          </p:nvPr>
        </p:nvGraphicFramePr>
        <p:xfrm>
          <a:off x="4752000" y="36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96318"/>
              </p:ext>
            </p:extLst>
          </p:nvPr>
        </p:nvGraphicFramePr>
        <p:xfrm>
          <a:off x="493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0793"/>
              </p:ext>
            </p:extLst>
          </p:nvPr>
        </p:nvGraphicFramePr>
        <p:xfrm>
          <a:off x="565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88270"/>
              </p:ext>
            </p:extLst>
          </p:nvPr>
        </p:nvGraphicFramePr>
        <p:xfrm>
          <a:off x="6372000" y="90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708"/>
              </p:ext>
            </p:extLst>
          </p:nvPr>
        </p:nvGraphicFramePr>
        <p:xfrm>
          <a:off x="133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983"/>
              </p:ext>
            </p:extLst>
          </p:nvPr>
        </p:nvGraphicFramePr>
        <p:xfrm>
          <a:off x="151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40903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18350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矩形 54"/>
          <p:cNvSpPr/>
          <p:nvPr/>
        </p:nvSpPr>
        <p:spPr bwMode="auto">
          <a:xfrm>
            <a:off x="655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912000" y="450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912000" y="72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b="0" dirty="0" err="1">
                <a:latin typeface="Times New Roman" panose="02020603050405020304" pitchFamily="18" charset="0"/>
              </a:rPr>
              <a:t>8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3" name="流程圖: 程序 52"/>
          <p:cNvSpPr/>
          <p:nvPr/>
        </p:nvSpPr>
        <p:spPr>
          <a:xfrm>
            <a:off x="2232065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5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492065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3672065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69" name="直線單箭頭接點 68"/>
          <p:cNvCxnSpPr/>
          <p:nvPr/>
        </p:nvCxnSpPr>
        <p:spPr>
          <a:xfrm flipV="1">
            <a:off x="3132065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0" name="直線單箭頭接點 69"/>
          <p:cNvCxnSpPr/>
          <p:nvPr/>
        </p:nvCxnSpPr>
        <p:spPr>
          <a:xfrm flipH="1" flipV="1">
            <a:off x="2232065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932000" y="288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adder.polynomial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2" name="流程圖: 程序 71"/>
          <p:cNvSpPr/>
          <p:nvPr/>
        </p:nvSpPr>
        <p:spPr>
          <a:xfrm>
            <a:off x="5112000" y="216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83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29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372000" y="234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6552000" y="1809000"/>
            <a:ext cx="54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7" name="直線單箭頭接點 76"/>
          <p:cNvCxnSpPr/>
          <p:nvPr/>
        </p:nvCxnSpPr>
        <p:spPr>
          <a:xfrm flipV="1">
            <a:off x="6012000" y="1809000"/>
            <a:ext cx="108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78" name="直線單箭頭接點 77"/>
          <p:cNvCxnSpPr/>
          <p:nvPr/>
        </p:nvCxnSpPr>
        <p:spPr>
          <a:xfrm flipH="1" flipV="1">
            <a:off x="5112000" y="1809000"/>
            <a:ext cx="360000" cy="71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6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5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i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7812000" y="14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8172000" y="14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j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2592000" y="6129000"/>
            <a:ext cx="21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r>
              <a:rPr lang="en-US" altLang="zh-TW" sz="1600" b="0" dirty="0" err="1">
                <a:latin typeface="Lucida Console" panose="020B0609040504020204" pitchFamily="49" charset="0"/>
              </a:rPr>
              <a:t>sum.polynomial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4" name="流程圖: 程序 83"/>
          <p:cNvSpPr/>
          <p:nvPr/>
        </p:nvSpPr>
        <p:spPr>
          <a:xfrm>
            <a:off x="2772000" y="5409000"/>
            <a:ext cx="1800000" cy="720000"/>
          </a:xfrm>
          <a:prstGeom prst="flowChartProcess">
            <a:avLst/>
          </a:prstGeom>
          <a:solidFill>
            <a:srgbClr val="66CC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72000" rtlCol="0" anchor="t"/>
          <a:lstStyle/>
          <a:p>
            <a:pPr>
              <a:spcBef>
                <a:spcPct val="0"/>
              </a:spcBef>
              <a:defRPr/>
            </a:pPr>
            <a:endParaRPr lang="zh-TW" altLang="en-US" sz="2800" b="0" kern="0" dirty="0">
              <a:solidFill>
                <a:srgbClr val="0000FF"/>
              </a:solidFill>
              <a:latin typeface="Lucida Console"/>
              <a:ea typeface="微軟正黑體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95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032000" y="5589000"/>
            <a:ext cx="360046" cy="360046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88" name="直線單箭頭接點 87"/>
          <p:cNvCxnSpPr/>
          <p:nvPr/>
        </p:nvCxnSpPr>
        <p:spPr>
          <a:xfrm flipH="1" flipV="1">
            <a:off x="3672000" y="4869000"/>
            <a:ext cx="5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89" name="直線單箭頭接點 88"/>
          <p:cNvCxnSpPr/>
          <p:nvPr/>
        </p:nvCxnSpPr>
        <p:spPr>
          <a:xfrm flipV="1">
            <a:off x="3672000" y="4869000"/>
            <a:ext cx="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cxnSp>
        <p:nvCxnSpPr>
          <p:cNvPr id="90" name="直線單箭頭接點 89"/>
          <p:cNvCxnSpPr/>
          <p:nvPr/>
        </p:nvCxnSpPr>
        <p:spPr>
          <a:xfrm flipH="1" flipV="1">
            <a:off x="1692000" y="4869000"/>
            <a:ext cx="1440000" cy="899998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54" name="文字方塊 53"/>
          <p:cNvSpPr txBox="1"/>
          <p:nvPr/>
        </p:nvSpPr>
        <p:spPr>
          <a:xfrm>
            <a:off x="5832000" y="378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1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02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 lIns="36000" rIns="36000"/>
          <a:lstStyle/>
          <a:p>
            <a:r>
              <a:rPr lang="en-US" altLang="zh-TW" sz="3200" dirty="0">
                <a:latin typeface="Lucida Console" panose="020B0609040504020204" pitchFamily="49" charset="0"/>
              </a:rPr>
              <a:t>multiplication</a:t>
            </a:r>
            <a:endParaRPr lang="zh-TW" altLang="en-US" sz="3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050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文字方塊 68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615242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65738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81516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76" name="文字方塊 75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61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00630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8731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49898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1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91054"/>
              </p:ext>
            </p:extLst>
          </p:nvPr>
        </p:nvGraphicFramePr>
        <p:xfrm>
          <a:off x="2052000" y="504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00630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87317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49898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78" name="文字方塊 77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14700"/>
              </p:ext>
            </p:extLst>
          </p:nvPr>
        </p:nvGraphicFramePr>
        <p:xfrm>
          <a:off x="223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082351"/>
              </p:ext>
            </p:extLst>
          </p:nvPr>
        </p:nvGraphicFramePr>
        <p:xfrm>
          <a:off x="295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32905"/>
              </p:ext>
            </p:extLst>
          </p:nvPr>
        </p:nvGraphicFramePr>
        <p:xfrm>
          <a:off x="367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832000" y="576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02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516568"/>
              </p:ext>
            </p:extLst>
          </p:nvPr>
        </p:nvGraphicFramePr>
        <p:xfrm>
          <a:off x="2052000" y="504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8107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426953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14700"/>
              </p:ext>
            </p:extLst>
          </p:nvPr>
        </p:nvGraphicFramePr>
        <p:xfrm>
          <a:off x="223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082351"/>
              </p:ext>
            </p:extLst>
          </p:nvPr>
        </p:nvGraphicFramePr>
        <p:xfrm>
          <a:off x="295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32905"/>
              </p:ext>
            </p:extLst>
          </p:nvPr>
        </p:nvGraphicFramePr>
        <p:xfrm>
          <a:off x="367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832000" y="576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49640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36068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009669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56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59084"/>
              </p:ext>
            </p:extLst>
          </p:nvPr>
        </p:nvGraphicFramePr>
        <p:xfrm>
          <a:off x="2052000" y="5049000"/>
          <a:ext cx="288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148334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141654"/>
              </p:ext>
            </p:extLst>
          </p:nvPr>
        </p:nvGraphicFramePr>
        <p:xfrm>
          <a:off x="439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8107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426953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355586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14700"/>
              </p:ext>
            </p:extLst>
          </p:nvPr>
        </p:nvGraphicFramePr>
        <p:xfrm>
          <a:off x="223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99082"/>
              </p:ext>
            </p:extLst>
          </p:nvPr>
        </p:nvGraphicFramePr>
        <p:xfrm>
          <a:off x="295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04638"/>
              </p:ext>
            </p:extLst>
          </p:nvPr>
        </p:nvGraphicFramePr>
        <p:xfrm>
          <a:off x="367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832000" y="5769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31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406151"/>
              </p:ext>
            </p:extLst>
          </p:nvPr>
        </p:nvGraphicFramePr>
        <p:xfrm>
          <a:off x="2052000" y="5049000"/>
          <a:ext cx="288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148334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141654"/>
              </p:ext>
            </p:extLst>
          </p:nvPr>
        </p:nvGraphicFramePr>
        <p:xfrm>
          <a:off x="439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540861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89813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54770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14700"/>
              </p:ext>
            </p:extLst>
          </p:nvPr>
        </p:nvGraphicFramePr>
        <p:xfrm>
          <a:off x="223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99082"/>
              </p:ext>
            </p:extLst>
          </p:nvPr>
        </p:nvGraphicFramePr>
        <p:xfrm>
          <a:off x="295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04638"/>
              </p:ext>
            </p:extLst>
          </p:nvPr>
        </p:nvGraphicFramePr>
        <p:xfrm>
          <a:off x="367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832000" y="5769000"/>
            <a:ext cx="27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78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42144"/>
              </p:ext>
            </p:extLst>
          </p:nvPr>
        </p:nvGraphicFramePr>
        <p:xfrm>
          <a:off x="2052000" y="1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80270"/>
              </p:ext>
            </p:extLst>
          </p:nvPr>
        </p:nvGraphicFramePr>
        <p:xfrm>
          <a:off x="223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96702"/>
              </p:ext>
            </p:extLst>
          </p:nvPr>
        </p:nvGraphicFramePr>
        <p:xfrm>
          <a:off x="295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326"/>
              </p:ext>
            </p:extLst>
          </p:nvPr>
        </p:nvGraphicFramePr>
        <p:xfrm>
          <a:off x="3672000" y="7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34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4634"/>
              </p:ext>
            </p:extLst>
          </p:nvPr>
        </p:nvGraphicFramePr>
        <p:xfrm>
          <a:off x="2052000" y="180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62053"/>
              </p:ext>
            </p:extLst>
          </p:nvPr>
        </p:nvGraphicFramePr>
        <p:xfrm>
          <a:off x="223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47162"/>
              </p:ext>
            </p:extLst>
          </p:nvPr>
        </p:nvGraphicFramePr>
        <p:xfrm>
          <a:off x="295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88274"/>
              </p:ext>
            </p:extLst>
          </p:nvPr>
        </p:nvGraphicFramePr>
        <p:xfrm>
          <a:off x="3672000" y="23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4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989737"/>
              </p:ext>
            </p:extLst>
          </p:nvPr>
        </p:nvGraphicFramePr>
        <p:xfrm>
          <a:off x="2052000" y="5049000"/>
          <a:ext cx="360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1483347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54349"/>
              </p:ext>
            </p:extLst>
          </p:nvPr>
        </p:nvGraphicFramePr>
        <p:xfrm>
          <a:off x="439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5" name="文字方塊 54"/>
          <p:cNvSpPr txBox="1"/>
          <p:nvPr/>
        </p:nvSpPr>
        <p:spPr>
          <a:xfrm>
            <a:off x="5832000" y="909000"/>
            <a:ext cx="162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3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14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8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2000" y="2529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16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latin typeface="Times New Roman" panose="02020603050405020304" pitchFamily="18" charset="0"/>
              </a:rPr>
              <a:t>10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zh-TW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427237"/>
              </p:ext>
            </p:extLst>
          </p:nvPr>
        </p:nvGraphicFramePr>
        <p:xfrm>
          <a:off x="2052000" y="34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表格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540861"/>
              </p:ext>
            </p:extLst>
          </p:nvPr>
        </p:nvGraphicFramePr>
        <p:xfrm>
          <a:off x="223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89813"/>
              </p:ext>
            </p:extLst>
          </p:nvPr>
        </p:nvGraphicFramePr>
        <p:xfrm>
          <a:off x="295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54770"/>
              </p:ext>
            </p:extLst>
          </p:nvPr>
        </p:nvGraphicFramePr>
        <p:xfrm>
          <a:off x="3672000" y="39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72967"/>
              </p:ext>
            </p:extLst>
          </p:nvPr>
        </p:nvGraphicFramePr>
        <p:xfrm>
          <a:off x="511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5832000" y="4149000"/>
            <a:ext cx="198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14700"/>
              </p:ext>
            </p:extLst>
          </p:nvPr>
        </p:nvGraphicFramePr>
        <p:xfrm>
          <a:off x="223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99082"/>
              </p:ext>
            </p:extLst>
          </p:nvPr>
        </p:nvGraphicFramePr>
        <p:xfrm>
          <a:off x="295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9559"/>
              </p:ext>
            </p:extLst>
          </p:nvPr>
        </p:nvGraphicFramePr>
        <p:xfrm>
          <a:off x="3672000" y="558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832000" y="5769000"/>
            <a:ext cx="324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/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30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b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b="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b="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zh-TW" altLang="en-US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972000" y="5769000"/>
            <a:ext cx="10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product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152000" y="414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2000" y="909000"/>
            <a:ext cx="198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current object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12000" y="2529000"/>
            <a:ext cx="144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multiplier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8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Lucida Console" panose="020B0609040504020204" pitchFamily="49" charset="0"/>
              </a:rPr>
              <a:t>division</a:t>
            </a:r>
            <a:br>
              <a:rPr lang="en-US" altLang="zh-TW" sz="3200" dirty="0">
                <a:latin typeface="Lucida Console" panose="020B0609040504020204" pitchFamily="49" charset="0"/>
              </a:rPr>
            </a:br>
            <a:r>
              <a:rPr lang="en-US" altLang="zh-TW" sz="3200" dirty="0">
                <a:latin typeface="Lucida Console" panose="020B0609040504020204" pitchFamily="49" charset="0"/>
              </a:rPr>
              <a:t>modulus</a:t>
            </a:r>
            <a:endParaRPr lang="zh-TW" altLang="en-US" sz="3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699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32698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46990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416349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0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88677"/>
              </p:ext>
            </p:extLst>
          </p:nvPr>
        </p:nvGraphicFramePr>
        <p:xfrm>
          <a:off x="2052000" y="7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28472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88211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63715"/>
              </p:ext>
            </p:extLst>
          </p:nvPr>
        </p:nvGraphicFramePr>
        <p:xfrm>
          <a:off x="367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1664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461801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001058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文字方塊 52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68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679607"/>
              </p:ext>
            </p:extLst>
          </p:nvPr>
        </p:nvGraphicFramePr>
        <p:xfrm>
          <a:off x="2052000" y="7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93625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28339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291116"/>
              </p:ext>
            </p:extLst>
          </p:nvPr>
        </p:nvGraphicFramePr>
        <p:xfrm>
          <a:off x="367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987683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30056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15519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890520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36902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文字方塊 55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360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68545"/>
              </p:ext>
            </p:extLst>
          </p:nvPr>
        </p:nvGraphicFramePr>
        <p:xfrm>
          <a:off x="2052000" y="7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28258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10084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80639"/>
              </p:ext>
            </p:extLst>
          </p:nvPr>
        </p:nvGraphicFramePr>
        <p:xfrm>
          <a:off x="367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79747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863373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6351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42862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196681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文字方塊 62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870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489653"/>
              </p:ext>
            </p:extLst>
          </p:nvPr>
        </p:nvGraphicFramePr>
        <p:xfrm>
          <a:off x="2052000" y="7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202053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81094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595231"/>
              </p:ext>
            </p:extLst>
          </p:nvPr>
        </p:nvGraphicFramePr>
        <p:xfrm>
          <a:off x="367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1881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91290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286082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359594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2244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文字方塊 62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6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933676"/>
              </p:ext>
            </p:extLst>
          </p:nvPr>
        </p:nvGraphicFramePr>
        <p:xfrm>
          <a:off x="5652000" y="468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03196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948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532973"/>
              </p:ext>
            </p:extLst>
          </p:nvPr>
        </p:nvGraphicFramePr>
        <p:xfrm>
          <a:off x="2052000" y="72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29934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714634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280157"/>
              </p:ext>
            </p:extLst>
          </p:nvPr>
        </p:nvGraphicFramePr>
        <p:xfrm>
          <a:off x="367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5275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880759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65613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03357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374503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215021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132375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15162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9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3384"/>
              </p:ext>
            </p:extLst>
          </p:nvPr>
        </p:nvGraphicFramePr>
        <p:xfrm>
          <a:off x="5652000" y="468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表格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216250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661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377163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408669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912936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7720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15740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70692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904689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17651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006704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776043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97140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616556"/>
              </p:ext>
            </p:extLst>
          </p:nvPr>
        </p:nvGraphicFramePr>
        <p:xfrm>
          <a:off x="5652000" y="468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17158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319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377163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45387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47921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7720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58433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334952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904689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84698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887648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776043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982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616556"/>
              </p:ext>
            </p:extLst>
          </p:nvPr>
        </p:nvGraphicFramePr>
        <p:xfrm>
          <a:off x="5652000" y="468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37690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799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128872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254574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173028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40383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947397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141138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5617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01688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837480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568171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1184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618655"/>
              </p:ext>
            </p:extLst>
          </p:nvPr>
        </p:nvGraphicFramePr>
        <p:xfrm>
          <a:off x="56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378656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97" name="表格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00497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972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00535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94863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75073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80879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32576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03541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638571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429799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051668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13870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85679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89556"/>
              </p:ext>
            </p:extLst>
          </p:nvPr>
        </p:nvGraphicFramePr>
        <p:xfrm>
          <a:off x="56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77905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97" name="表格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04091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575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8650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598601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14807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03742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85301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77015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093751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665906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84391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99125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57763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033396"/>
              </p:ext>
            </p:extLst>
          </p:nvPr>
        </p:nvGraphicFramePr>
        <p:xfrm>
          <a:off x="56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78926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97" name="表格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652277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44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8650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74457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52188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03742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003185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909447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093751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893305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853854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99125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46114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033396"/>
              </p:ext>
            </p:extLst>
          </p:nvPr>
        </p:nvGraphicFramePr>
        <p:xfrm>
          <a:off x="56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表格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48532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97" name="表格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224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338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115204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23934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130972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52553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134272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38462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59212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69308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889377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9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52821"/>
              </p:ext>
            </p:extLst>
          </p:nvPr>
        </p:nvGraphicFramePr>
        <p:xfrm>
          <a:off x="5652000" y="46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5" name="表格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66195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16673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74155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04076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01241"/>
              </p:ext>
            </p:extLst>
          </p:nvPr>
        </p:nvGraphicFramePr>
        <p:xfrm>
          <a:off x="727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4" name="文字方塊 63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833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534225"/>
              </p:ext>
            </p:extLst>
          </p:nvPr>
        </p:nvGraphicFramePr>
        <p:xfrm>
          <a:off x="2052000" y="72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854391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80832"/>
              </p:ext>
            </p:extLst>
          </p:nvPr>
        </p:nvGraphicFramePr>
        <p:xfrm>
          <a:off x="295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9343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858388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418124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7503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082158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518851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9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81898"/>
              </p:ext>
            </p:extLst>
          </p:nvPr>
        </p:nvGraphicFramePr>
        <p:xfrm>
          <a:off x="5652000" y="46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5" name="表格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25099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33398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96107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95016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169432"/>
              </p:ext>
            </p:extLst>
          </p:nvPr>
        </p:nvGraphicFramePr>
        <p:xfrm>
          <a:off x="727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76" name="文字方塊 75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65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1868"/>
              </p:ext>
            </p:extLst>
          </p:nvPr>
        </p:nvGraphicFramePr>
        <p:xfrm>
          <a:off x="6732100" y="184515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0985"/>
              </p:ext>
            </p:extLst>
          </p:nvPr>
        </p:nvGraphicFramePr>
        <p:xfrm>
          <a:off x="6012010" y="1125069"/>
          <a:ext cx="129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751601"/>
              </p:ext>
            </p:extLst>
          </p:nvPr>
        </p:nvGraphicFramePr>
        <p:xfrm>
          <a:off x="4859866" y="837033"/>
          <a:ext cx="3744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56917218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195262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3166079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121974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136299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6920121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957376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7889724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217018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459535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9864592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⟌</a:t>
                      </a:r>
                      <a:endParaRPr lang="zh-TW" altLang="en-US" sz="2400" dirty="0"/>
                    </a:p>
                  </a:txBody>
                  <a:tcPr marT="360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3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2</a:t>
                      </a:r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/>
                        <a:t>0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972764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42349"/>
              </p:ext>
            </p:extLst>
          </p:nvPr>
        </p:nvGraphicFramePr>
        <p:xfrm>
          <a:off x="6012010" y="404979"/>
          <a:ext cx="2016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29584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009114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x</a:t>
                      </a:r>
                      <a:endParaRPr lang="zh-TW" altLang="en-US" sz="20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19" name="直線接點 18"/>
          <p:cNvCxnSpPr/>
          <p:nvPr/>
        </p:nvCxnSpPr>
        <p:spPr bwMode="auto">
          <a:xfrm>
            <a:off x="6012010" y="155712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線接點 22"/>
          <p:cNvCxnSpPr/>
          <p:nvPr/>
        </p:nvCxnSpPr>
        <p:spPr bwMode="auto">
          <a:xfrm>
            <a:off x="6732100" y="2277213"/>
            <a:ext cx="1296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2382"/>
              </p:ext>
            </p:extLst>
          </p:nvPr>
        </p:nvGraphicFramePr>
        <p:xfrm>
          <a:off x="7596208" y="2277213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70716"/>
              </p:ext>
            </p:extLst>
          </p:nvPr>
        </p:nvGraphicFramePr>
        <p:xfrm>
          <a:off x="7596208" y="2709267"/>
          <a:ext cx="100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0" dirty="0" err="1"/>
                        <a:t>3</a:t>
                      </a:r>
                      <a:r>
                        <a:rPr lang="en-US" altLang="zh-TW" sz="2000" i="1" dirty="0" err="1"/>
                        <a:t>x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cxnSp>
        <p:nvCxnSpPr>
          <p:cNvPr id="26" name="直線接點 25"/>
          <p:cNvCxnSpPr/>
          <p:nvPr/>
        </p:nvCxnSpPr>
        <p:spPr bwMode="auto">
          <a:xfrm>
            <a:off x="7596208" y="3141321"/>
            <a:ext cx="1152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38826"/>
              </p:ext>
            </p:extLst>
          </p:nvPr>
        </p:nvGraphicFramePr>
        <p:xfrm>
          <a:off x="8316298" y="3141321"/>
          <a:ext cx="288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8834"/>
              </p:ext>
            </p:extLst>
          </p:nvPr>
        </p:nvGraphicFramePr>
        <p:xfrm>
          <a:off x="6732100" y="1557123"/>
          <a:ext cx="1872000" cy="4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80535561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4441851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914845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65178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60739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x</a:t>
                      </a:r>
                      <a:r>
                        <a:rPr lang="en-US" altLang="zh-TW" sz="2000" baseline="30000" dirty="0" err="1"/>
                        <a:t>2</a:t>
                      </a:r>
                      <a:endParaRPr lang="zh-TW" altLang="en-US" sz="2000" baseline="30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endParaRPr lang="zh-TW" altLang="en-US" sz="1800" dirty="0">
                        <a:latin typeface="Cambria Math" panose="020405030504060302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altLang="zh-TW" sz="20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endParaRPr lang="zh-TW" altLang="en-US" sz="2000" dirty="0">
                        <a:latin typeface="Symbol" panose="05050102010706020507" pitchFamily="18" charset="2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104456"/>
                  </a:ext>
                </a:extLst>
              </a:tr>
            </a:tbl>
          </a:graphicData>
        </a:graphic>
      </p:graphicFrame>
      <p:graphicFrame>
        <p:nvGraphicFramePr>
          <p:cNvPr id="38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07414"/>
              </p:ext>
            </p:extLst>
          </p:nvPr>
        </p:nvGraphicFramePr>
        <p:xfrm>
          <a:off x="2052000" y="72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文字方塊 38"/>
          <p:cNvSpPr txBox="1"/>
          <p:nvPr/>
        </p:nvSpPr>
        <p:spPr>
          <a:xfrm>
            <a:off x="792000" y="1449000"/>
            <a:ext cx="1260000" cy="360000"/>
          </a:xfrm>
          <a:prstGeom prst="rect">
            <a:avLst/>
          </a:prstGeom>
          <a:noFill/>
        </p:spPr>
        <p:txBody>
          <a:bodyPr wrap="square" lIns="36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66243"/>
              </p:ext>
            </p:extLst>
          </p:nvPr>
        </p:nvGraphicFramePr>
        <p:xfrm>
          <a:off x="2232000" y="126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5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763191"/>
              </p:ext>
            </p:extLst>
          </p:nvPr>
        </p:nvGraphicFramePr>
        <p:xfrm>
          <a:off x="2052000" y="270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文字方塊 70"/>
          <p:cNvSpPr txBox="1"/>
          <p:nvPr/>
        </p:nvSpPr>
        <p:spPr>
          <a:xfrm>
            <a:off x="972000" y="3429000"/>
            <a:ext cx="108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73089"/>
              </p:ext>
            </p:extLst>
          </p:nvPr>
        </p:nvGraphicFramePr>
        <p:xfrm>
          <a:off x="22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400867"/>
              </p:ext>
            </p:extLst>
          </p:nvPr>
        </p:nvGraphicFramePr>
        <p:xfrm>
          <a:off x="295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8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944038"/>
              </p:ext>
            </p:extLst>
          </p:nvPr>
        </p:nvGraphicFramePr>
        <p:xfrm>
          <a:off x="2052000" y="4689000"/>
          <a:ext cx="144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" name="文字方塊 81"/>
          <p:cNvSpPr txBox="1"/>
          <p:nvPr/>
        </p:nvSpPr>
        <p:spPr>
          <a:xfrm>
            <a:off x="1152000" y="5409000"/>
            <a:ext cx="900000" cy="360000"/>
          </a:xfrm>
          <a:prstGeom prst="rect">
            <a:avLst/>
          </a:prstGeom>
          <a:noFill/>
        </p:spPr>
        <p:txBody>
          <a:bodyPr wrap="square" lIns="72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295416"/>
              </p:ext>
            </p:extLst>
          </p:nvPr>
        </p:nvGraphicFramePr>
        <p:xfrm>
          <a:off x="22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97574"/>
              </p:ext>
            </p:extLst>
          </p:nvPr>
        </p:nvGraphicFramePr>
        <p:xfrm>
          <a:off x="29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-9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91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43003"/>
              </p:ext>
            </p:extLst>
          </p:nvPr>
        </p:nvGraphicFramePr>
        <p:xfrm>
          <a:off x="5652000" y="4689000"/>
          <a:ext cx="216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226789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406407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5" name="表格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86253"/>
              </p:ext>
            </p:extLst>
          </p:nvPr>
        </p:nvGraphicFramePr>
        <p:xfrm>
          <a:off x="583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graphicFrame>
        <p:nvGraphicFramePr>
          <p:cNvPr id="102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54293"/>
              </p:ext>
            </p:extLst>
          </p:nvPr>
        </p:nvGraphicFramePr>
        <p:xfrm>
          <a:off x="5652000" y="2709000"/>
          <a:ext cx="720000" cy="14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359793166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ucida Console" panose="020B0609040504020204" pitchFamily="49" charset="0"/>
                        <a:ea typeface="新細明體" pitchFamily="18" charset="-120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" name="文字方塊 102"/>
          <p:cNvSpPr txBox="1"/>
          <p:nvPr/>
        </p:nvSpPr>
        <p:spPr>
          <a:xfrm>
            <a:off x="4392000" y="342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monomial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graphicFrame>
        <p:nvGraphicFramePr>
          <p:cNvPr id="106" name="表格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204883"/>
              </p:ext>
            </p:extLst>
          </p:nvPr>
        </p:nvGraphicFramePr>
        <p:xfrm>
          <a:off x="5832000" y="324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047279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11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新細明體" pitchFamily="18" charset="-12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691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 bwMode="auto">
          <a:xfrm>
            <a:off x="5831864" y="905929"/>
            <a:ext cx="28800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820595"/>
              </p:ext>
            </p:extLst>
          </p:nvPr>
        </p:nvGraphicFramePr>
        <p:xfrm>
          <a:off x="655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38336324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826682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67186"/>
              </p:ext>
            </p:extLst>
          </p:nvPr>
        </p:nvGraphicFramePr>
        <p:xfrm>
          <a:off x="7272000" y="5229000"/>
          <a:ext cx="3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3656214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208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77831"/>
                  </a:ext>
                </a:extLst>
              </a:tr>
            </a:tbl>
          </a:graphicData>
        </a:graphic>
      </p:graphicFrame>
      <p:sp>
        <p:nvSpPr>
          <p:cNvPr id="63" name="文字方塊 62"/>
          <p:cNvSpPr txBox="1"/>
          <p:nvPr/>
        </p:nvSpPr>
        <p:spPr>
          <a:xfrm>
            <a:off x="4392000" y="5409000"/>
            <a:ext cx="1260000" cy="36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r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346068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ppt_template_07-25-200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Designs\ppt_template_07-25-2002.pot</Template>
  <TotalTime>12308</TotalTime>
  <Words>2275</Words>
  <Application>Microsoft Office PowerPoint</Application>
  <PresentationFormat>如螢幕大小 (4:3)</PresentationFormat>
  <Paragraphs>1626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細明體</vt:lpstr>
      <vt:lpstr>Cambria Math</vt:lpstr>
      <vt:lpstr>Courier New</vt:lpstr>
      <vt:lpstr>Lucida Console</vt:lpstr>
      <vt:lpstr>Symbol</vt:lpstr>
      <vt:lpstr>Times New Roman</vt:lpstr>
      <vt:lpstr>ppt_template_07-25-2002</vt:lpstr>
      <vt:lpstr>Assignment 3</vt:lpstr>
      <vt:lpstr>PowerPoint 簡報</vt:lpstr>
      <vt:lpstr>PowerPoint 簡報</vt:lpstr>
      <vt:lpstr>PowerPoint 簡報</vt:lpstr>
      <vt:lpstr>addition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multiplication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division modulus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Control Structures</dc:title>
  <dc:creator>kalid</dc:creator>
  <cp:lastModifiedBy>王郁佳</cp:lastModifiedBy>
  <cp:revision>1642</cp:revision>
  <dcterms:created xsi:type="dcterms:W3CDTF">2000-06-12T17:02:08Z</dcterms:created>
  <dcterms:modified xsi:type="dcterms:W3CDTF">2024-03-06T07:28:26Z</dcterms:modified>
</cp:coreProperties>
</file>