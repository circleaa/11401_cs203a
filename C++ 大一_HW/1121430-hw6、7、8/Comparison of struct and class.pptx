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sldIdLst>
    <p:sldId id="282" r:id="rId2"/>
    <p:sldId id="279" r:id="rId3"/>
    <p:sldId id="281" r:id="rId4"/>
    <p:sldId id="321" r:id="rId5"/>
    <p:sldId id="283" r:id="rId6"/>
    <p:sldId id="322" r:id="rId7"/>
    <p:sldId id="323" r:id="rId8"/>
    <p:sldId id="324" r:id="rId9"/>
    <p:sldId id="325" r:id="rId10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Courier New" pitchFamily="49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Courier New" pitchFamily="49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Courier New" pitchFamily="49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Courier New" pitchFamily="49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Courier New" pitchFamily="49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Courier New" pitchFamily="49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Courier New" pitchFamily="49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Courier New" pitchFamily="49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Courier New" pitchFamily="49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494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0000FF"/>
    <a:srgbClr val="FFC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4660"/>
  </p:normalViewPr>
  <p:slideViewPr>
    <p:cSldViewPr showGuides="1">
      <p:cViewPr>
        <p:scale>
          <a:sx n="61" d="100"/>
          <a:sy n="61" d="100"/>
        </p:scale>
        <p:origin x="823" y="24"/>
      </p:cViewPr>
      <p:guideLst>
        <p:guide orient="horz"/>
        <p:guide pos="49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144018" cy="14401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875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5478" y="548640"/>
            <a:ext cx="8353044" cy="5760720"/>
          </a:xfrm>
        </p:spPr>
        <p:txBody>
          <a:bodyPr/>
          <a:lstStyle>
            <a:lvl1pPr marL="360000" indent="-360000">
              <a:spcBef>
                <a:spcPts val="0"/>
              </a:spcBef>
              <a:buNone/>
              <a:defRPr sz="1600">
                <a:latin typeface="Lucida Console" pitchFamily="49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266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478" y="260604"/>
            <a:ext cx="8353044" cy="1008126"/>
          </a:xfrm>
        </p:spPr>
        <p:txBody>
          <a:bodyPr>
            <a:normAutofit/>
          </a:bodyPr>
          <a:lstStyle>
            <a:lvl1pPr algn="ctr">
              <a:defRPr sz="4400" b="0">
                <a:solidFill>
                  <a:srgbClr val="0000FF"/>
                </a:solidFill>
                <a:effectLst/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395478" y="1988820"/>
            <a:ext cx="4032504" cy="432054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16018" y="1988820"/>
            <a:ext cx="4032504" cy="432054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+mn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6552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478" y="260604"/>
            <a:ext cx="8353044" cy="1008126"/>
          </a:xfrm>
        </p:spPr>
        <p:txBody>
          <a:bodyPr>
            <a:normAutofit/>
          </a:bodyPr>
          <a:lstStyle>
            <a:lvl1pPr algn="ctr">
              <a:defRPr sz="4400" b="0">
                <a:solidFill>
                  <a:srgbClr val="0000FF"/>
                </a:solidFill>
                <a:effectLst/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2123694" y="1844802"/>
            <a:ext cx="5616702" cy="1584198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2123694" y="4005072"/>
            <a:ext cx="5616702" cy="1584198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>
                <a:latin typeface="+mn-lt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977490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395478" y="260350"/>
            <a:ext cx="8353044" cy="1152398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395478" y="1556766"/>
            <a:ext cx="8353044" cy="4752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223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3" r:id="rId2"/>
    <p:sldLayoutId id="2147483664" r:id="rId3"/>
    <p:sldLayoutId id="2147483665" r:id="rId4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 b="0" kern="1200">
          <a:solidFill>
            <a:srgbClr val="0000FF"/>
          </a:solidFill>
          <a:effectLst/>
          <a:latin typeface="+mj-lt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0" indent="0" algn="l" rtl="0" fontAlgn="base">
        <a:spcBef>
          <a:spcPts val="0"/>
        </a:spcBef>
        <a:spcAft>
          <a:spcPct val="0"/>
        </a:spcAft>
        <a:buClr>
          <a:schemeClr val="accent1"/>
        </a:buClr>
        <a:buSzPct val="68000"/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fontAlgn="base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fontAlgn="base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fontAlgn="base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rtl="0" fontAlgn="base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1460" y="260604"/>
            <a:ext cx="8641080" cy="1008126"/>
          </a:xfrm>
        </p:spPr>
        <p:txBody>
          <a:bodyPr>
            <a:noAutofit/>
          </a:bodyPr>
          <a:lstStyle/>
          <a:p>
            <a:r>
              <a:rPr lang="en-US" altLang="zh-TW" sz="3600" dirty="0"/>
              <a:t>Comparison of </a:t>
            </a:r>
            <a:r>
              <a:rPr lang="en-US" altLang="zh-TW" sz="3600" dirty="0" err="1">
                <a:latin typeface="+mn-lt"/>
              </a:rPr>
              <a:t>struct</a:t>
            </a:r>
            <a:r>
              <a:rPr lang="en-US" altLang="zh-TW" sz="3600" dirty="0"/>
              <a:t> and </a:t>
            </a:r>
            <a:r>
              <a:rPr lang="en-US" altLang="zh-TW" sz="3600" dirty="0">
                <a:latin typeface="+mn-lt"/>
              </a:rPr>
              <a:t>class</a:t>
            </a:r>
            <a:endParaRPr lang="zh-TW" altLang="en-US" sz="3600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95478" y="1988820"/>
            <a:ext cx="4176522" cy="432054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struct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hour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minute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second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set(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&amp;,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print(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);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60036" y="1988820"/>
            <a:ext cx="3888486" cy="432054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class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public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hour;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minute;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second;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Time(); </a:t>
            </a:r>
            <a:r>
              <a:rPr lang="en-US" altLang="zh-TW" dirty="0">
                <a:solidFill>
                  <a:srgbClr val="008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// constructor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set(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print();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};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91640" y="1412748"/>
            <a:ext cx="1440000" cy="576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</a:rPr>
              <a:t>struct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56198" y="1412748"/>
            <a:ext cx="1296000" cy="576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</a:rPr>
              <a:t>class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47195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main()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 rIns="72000"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t;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print( t 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da-DK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set( t, 13, 27, 6 );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print( t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main()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t;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t.print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t.set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( 13, 27, 6 );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t.print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::Time()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hour = minute = second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691640" y="1412748"/>
            <a:ext cx="1440000" cy="576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</a:rPr>
              <a:t>struct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156198" y="1412748"/>
            <a:ext cx="1296000" cy="576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</a:rPr>
              <a:t>class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09351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>
                <a:latin typeface="+mn-lt"/>
              </a:rPr>
              <a:t>setTime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set(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&amp;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pt-BR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pt-BR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pt-BR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.hour = ( </a:t>
            </a:r>
            <a:r>
              <a:rPr lang="pt-BR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lang="pt-BR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lang="pt-BR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lang="pt-BR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24 ) ? </a:t>
            </a:r>
            <a:r>
              <a:rPr lang="pt-BR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lang="pt-BR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.minute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60 ) ?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.second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60 ) ?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::set(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pt-BR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hour = ( </a:t>
            </a:r>
            <a:r>
              <a:rPr lang="pt-BR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lang="pt-BR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lang="pt-BR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lang="pt-BR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24 ) ? </a:t>
            </a:r>
            <a:r>
              <a:rPr lang="pt-BR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lang="pt-BR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minute = 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60 ) ?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second = (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60 ) ?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14" y="2420874"/>
            <a:ext cx="1440000" cy="576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</a:rPr>
              <a:t>struct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532" y="4581144"/>
            <a:ext cx="1296000" cy="576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</a:rPr>
              <a:t>class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188388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print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123694" y="1844802"/>
            <a:ext cx="6192774" cy="187223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print(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setfill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'0'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( 2 )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.hour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":"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( 2 )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.minute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":"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( 2 )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.second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123694" y="4005072"/>
            <a:ext cx="5904738" cy="187223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::print()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setfill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'0'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( 2 )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hour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":"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( 2 )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minute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":"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( 2 )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second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14" y="2420874"/>
            <a:ext cx="1440000" cy="576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</a:rPr>
              <a:t>struct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532" y="4581144"/>
            <a:ext cx="1296000" cy="576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</a:rPr>
              <a:t>class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8314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流程圖: 程序 12"/>
          <p:cNvSpPr/>
          <p:nvPr/>
        </p:nvSpPr>
        <p:spPr>
          <a:xfrm>
            <a:off x="539496" y="1124712"/>
            <a:ext cx="2880360" cy="1872234"/>
          </a:xfrm>
          <a:prstGeom prst="flowChartProcess">
            <a:avLst/>
          </a:prstGeom>
          <a:noFill/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90000" bIns="90000" rtlCol="0" anchor="t"/>
          <a:lstStyle/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t;</a:t>
            </a:r>
            <a:endParaRPr kumimoji="0" lang="zh-TW" altLang="en-US" sz="1600" b="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t.print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  <a:endParaRPr kumimoji="0" lang="zh-TW" altLang="en-US" sz="1600" b="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t.set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( 13, 27, 6 );</a:t>
            </a:r>
            <a:endParaRPr kumimoji="0" lang="zh-TW" altLang="en-US" sz="1600" b="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t.print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539496" y="4725162"/>
            <a:ext cx="5328162" cy="1584198"/>
          </a:xfrm>
          <a:prstGeom prst="flowChartProcess">
            <a:avLst/>
          </a:prstGeom>
          <a:noFill/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90000" bIns="90000" rtlCol="0" anchor="t"/>
          <a:lstStyle/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::set( </a:t>
            </a: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hour = ( </a:t>
            </a:r>
            <a:r>
              <a:rPr kumimoji="0" lang="pt-BR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kumimoji="0" lang="pt-BR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24 ) ? </a:t>
            </a:r>
            <a:r>
              <a:rPr kumimoji="0" lang="pt-BR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minute = (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60 ) ?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second = (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60 ) ?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kumimoji="0" lang="en-US" altLang="zh-TW" sz="1600" b="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6156198" y="548640"/>
            <a:ext cx="863964" cy="576018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2800" b="0" dirty="0">
                <a:solidFill>
                  <a:prstClr val="black"/>
                </a:solidFill>
                <a:latin typeface="Lucida Console" pitchFamily="49" charset="0"/>
              </a:rPr>
              <a:t>t</a:t>
            </a:r>
            <a:endParaRPr kumimoji="0" lang="zh-TW" altLang="en-US" sz="2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6" name="流程圖: 程序 5"/>
          <p:cNvSpPr/>
          <p:nvPr/>
        </p:nvSpPr>
        <p:spPr>
          <a:xfrm>
            <a:off x="4572000" y="1124712"/>
            <a:ext cx="4031928" cy="1584198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kumimoji="0" lang="zh-TW" altLang="en-US" sz="3200" b="0" dirty="0">
              <a:solidFill>
                <a:srgbClr val="0000FF"/>
              </a:solidFill>
              <a:latin typeface="Lucida Console" pitchFamily="49" charset="0"/>
            </a:endParaRPr>
          </a:p>
        </p:txBody>
      </p:sp>
      <p:sp>
        <p:nvSpPr>
          <p:cNvPr id="7" name="流程圖: 程序 6"/>
          <p:cNvSpPr/>
          <p:nvPr/>
        </p:nvSpPr>
        <p:spPr>
          <a:xfrm>
            <a:off x="7307586" y="2132442"/>
            <a:ext cx="1152000" cy="432000"/>
          </a:xfrm>
          <a:prstGeom prst="flowChartProcess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print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8" name="流程圖: 程序 7"/>
          <p:cNvSpPr/>
          <p:nvPr/>
        </p:nvSpPr>
        <p:spPr>
          <a:xfrm>
            <a:off x="6011640" y="2132442"/>
            <a:ext cx="1152000" cy="432000"/>
          </a:xfrm>
          <a:prstGeom prst="flowChartProcess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set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9" name="流程圖: 程序 8"/>
          <p:cNvSpPr/>
          <p:nvPr/>
        </p:nvSpPr>
        <p:spPr>
          <a:xfrm>
            <a:off x="7308126" y="1124712"/>
            <a:ext cx="1152000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second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0" name="流程圖: 程序 9"/>
          <p:cNvSpPr/>
          <p:nvPr/>
        </p:nvSpPr>
        <p:spPr>
          <a:xfrm>
            <a:off x="6012180" y="1124712"/>
            <a:ext cx="1152000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minute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1" name="流程圖: 程序 10"/>
          <p:cNvSpPr/>
          <p:nvPr/>
        </p:nvSpPr>
        <p:spPr>
          <a:xfrm>
            <a:off x="7308126" y="1556766"/>
            <a:ext cx="1152000" cy="432000"/>
          </a:xfrm>
          <a:prstGeom prst="flowChartProcess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0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2" name="流程圖: 程序 11"/>
          <p:cNvSpPr/>
          <p:nvPr/>
        </p:nvSpPr>
        <p:spPr>
          <a:xfrm>
            <a:off x="6012180" y="1556766"/>
            <a:ext cx="1152000" cy="432000"/>
          </a:xfrm>
          <a:prstGeom prst="flowChartProcess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0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4" name="流程圖: 程序 13"/>
          <p:cNvSpPr/>
          <p:nvPr/>
        </p:nvSpPr>
        <p:spPr>
          <a:xfrm>
            <a:off x="4716018" y="1124712"/>
            <a:ext cx="1152000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hour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5" name="流程圖: 程序 14"/>
          <p:cNvSpPr/>
          <p:nvPr/>
        </p:nvSpPr>
        <p:spPr>
          <a:xfrm>
            <a:off x="4716018" y="2132838"/>
            <a:ext cx="1152000" cy="432000"/>
          </a:xfrm>
          <a:prstGeom prst="flowChartProcess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Time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4716558" y="1557162"/>
            <a:ext cx="1152000" cy="432000"/>
          </a:xfrm>
          <a:prstGeom prst="flowChartProcess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0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539496" y="3284982"/>
            <a:ext cx="3888486" cy="1160148"/>
          </a:xfrm>
          <a:prstGeom prst="flowChartProcess">
            <a:avLst/>
          </a:prstGeom>
          <a:noFill/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90000" bIns="90000" rtlCol="0" anchor="t"/>
          <a:lstStyle/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::Time()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hour = minute = second =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8" name="流程圖: 程序 17"/>
          <p:cNvSpPr/>
          <p:nvPr/>
        </p:nvSpPr>
        <p:spPr>
          <a:xfrm>
            <a:off x="6300216" y="3284982"/>
            <a:ext cx="2304288" cy="1152144"/>
          </a:xfrm>
          <a:prstGeom prst="flowChartProcess">
            <a:avLst/>
          </a:prstGeom>
          <a:solidFill>
            <a:srgbClr val="CCECFF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kumimoji="0" lang="zh-TW" altLang="en-US" sz="1600" b="0" dirty="0">
              <a:solidFill>
                <a:schemeClr val="tx1"/>
              </a:solidFill>
              <a:latin typeface="Lucida Console" pitchFamily="49" charset="0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6876288" y="4437126"/>
            <a:ext cx="1152144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24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kumimoji="0" lang="zh-TW" altLang="en-US" sz="24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520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流程圖: 程序 12"/>
          <p:cNvSpPr/>
          <p:nvPr/>
        </p:nvSpPr>
        <p:spPr>
          <a:xfrm>
            <a:off x="539496" y="1124712"/>
            <a:ext cx="2880360" cy="1872234"/>
          </a:xfrm>
          <a:prstGeom prst="flowChartProcess">
            <a:avLst/>
          </a:prstGeom>
          <a:noFill/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90000" bIns="90000" rtlCol="0" anchor="t"/>
          <a:lstStyle/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t;</a:t>
            </a:r>
            <a:endParaRPr kumimoji="0" lang="zh-TW" altLang="en-US" sz="1600" b="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t.print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  <a:endParaRPr kumimoji="0" lang="zh-TW" altLang="en-US" sz="1600" b="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t.set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( 13, 27, 6 );</a:t>
            </a:r>
            <a:endParaRPr kumimoji="0" lang="zh-TW" altLang="en-US" sz="1600" b="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t.print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539496" y="4725162"/>
            <a:ext cx="5328162" cy="1584198"/>
          </a:xfrm>
          <a:prstGeom prst="flowChartProcess">
            <a:avLst/>
          </a:prstGeom>
          <a:noFill/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90000" bIns="90000" rtlCol="0" anchor="t"/>
          <a:lstStyle/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::set( </a:t>
            </a: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hour = ( </a:t>
            </a:r>
            <a:r>
              <a:rPr kumimoji="0" lang="pt-BR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kumimoji="0" lang="pt-BR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24 ) ? </a:t>
            </a:r>
            <a:r>
              <a:rPr kumimoji="0" lang="pt-BR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minute = (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60 ) ?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second = (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60 ) ?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kumimoji="0" lang="en-US" altLang="zh-TW" sz="1600" b="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6156198" y="548640"/>
            <a:ext cx="863964" cy="576018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2800" b="0" dirty="0">
                <a:solidFill>
                  <a:prstClr val="black"/>
                </a:solidFill>
                <a:latin typeface="Lucida Console" pitchFamily="49" charset="0"/>
              </a:rPr>
              <a:t>t</a:t>
            </a:r>
            <a:endParaRPr kumimoji="0" lang="zh-TW" altLang="en-US" sz="2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6" name="流程圖: 程序 5"/>
          <p:cNvSpPr/>
          <p:nvPr/>
        </p:nvSpPr>
        <p:spPr>
          <a:xfrm>
            <a:off x="4572000" y="1124712"/>
            <a:ext cx="4031928" cy="1584198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kumimoji="0" lang="zh-TW" altLang="en-US" sz="3200" b="0" dirty="0">
              <a:solidFill>
                <a:srgbClr val="0000FF"/>
              </a:solidFill>
              <a:latin typeface="Lucida Console" pitchFamily="49" charset="0"/>
            </a:endParaRPr>
          </a:p>
        </p:txBody>
      </p:sp>
      <p:sp>
        <p:nvSpPr>
          <p:cNvPr id="7" name="流程圖: 程序 6"/>
          <p:cNvSpPr/>
          <p:nvPr/>
        </p:nvSpPr>
        <p:spPr>
          <a:xfrm>
            <a:off x="7307586" y="2132442"/>
            <a:ext cx="1152000" cy="432000"/>
          </a:xfrm>
          <a:prstGeom prst="flowChartProcess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print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8" name="流程圖: 程序 7"/>
          <p:cNvSpPr/>
          <p:nvPr/>
        </p:nvSpPr>
        <p:spPr>
          <a:xfrm>
            <a:off x="6011640" y="2132442"/>
            <a:ext cx="1152000" cy="432000"/>
          </a:xfrm>
          <a:prstGeom prst="flowChartProcess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set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9" name="流程圖: 程序 8"/>
          <p:cNvSpPr/>
          <p:nvPr/>
        </p:nvSpPr>
        <p:spPr>
          <a:xfrm>
            <a:off x="7308126" y="1124712"/>
            <a:ext cx="1152000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second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0" name="流程圖: 程序 9"/>
          <p:cNvSpPr/>
          <p:nvPr/>
        </p:nvSpPr>
        <p:spPr>
          <a:xfrm>
            <a:off x="6012180" y="1124712"/>
            <a:ext cx="1152000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minute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1" name="流程圖: 程序 10"/>
          <p:cNvSpPr/>
          <p:nvPr/>
        </p:nvSpPr>
        <p:spPr>
          <a:xfrm>
            <a:off x="7308126" y="1556766"/>
            <a:ext cx="1152000" cy="432000"/>
          </a:xfrm>
          <a:prstGeom prst="flowChartProcess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0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2" name="流程圖: 程序 11"/>
          <p:cNvSpPr/>
          <p:nvPr/>
        </p:nvSpPr>
        <p:spPr>
          <a:xfrm>
            <a:off x="6012180" y="1556766"/>
            <a:ext cx="1152000" cy="432000"/>
          </a:xfrm>
          <a:prstGeom prst="flowChartProcess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0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4" name="流程圖: 程序 13"/>
          <p:cNvSpPr/>
          <p:nvPr/>
        </p:nvSpPr>
        <p:spPr>
          <a:xfrm>
            <a:off x="4716018" y="1124712"/>
            <a:ext cx="1152000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hour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5" name="流程圖: 程序 14"/>
          <p:cNvSpPr/>
          <p:nvPr/>
        </p:nvSpPr>
        <p:spPr>
          <a:xfrm>
            <a:off x="4716018" y="2132838"/>
            <a:ext cx="1152000" cy="432000"/>
          </a:xfrm>
          <a:prstGeom prst="flowChartProcess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Time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4716558" y="1557162"/>
            <a:ext cx="1152000" cy="432000"/>
          </a:xfrm>
          <a:prstGeom prst="flowChartProcess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0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539496" y="3284982"/>
            <a:ext cx="3888486" cy="1160148"/>
          </a:xfrm>
          <a:prstGeom prst="flowChartProcess">
            <a:avLst/>
          </a:prstGeom>
          <a:noFill/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90000" bIns="90000" rtlCol="0" anchor="t"/>
          <a:lstStyle/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::Time()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hour = minute = second =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8" name="流程圖: 程序 17"/>
          <p:cNvSpPr/>
          <p:nvPr/>
        </p:nvSpPr>
        <p:spPr>
          <a:xfrm>
            <a:off x="6300216" y="3284982"/>
            <a:ext cx="2304288" cy="1152144"/>
          </a:xfrm>
          <a:prstGeom prst="flowChartProcess">
            <a:avLst/>
          </a:prstGeom>
          <a:solidFill>
            <a:srgbClr val="CCECFF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0" lang="en-US" altLang="zh-TW" sz="1600" b="0" dirty="0">
                <a:solidFill>
                  <a:schemeClr val="tx1"/>
                </a:solidFill>
                <a:latin typeface="Lucida Console" pitchFamily="49" charset="0"/>
              </a:rPr>
              <a:t>00:00:00</a:t>
            </a:r>
            <a:endParaRPr kumimoji="0" lang="zh-TW" altLang="en-US" sz="1600" b="0" dirty="0">
              <a:solidFill>
                <a:schemeClr val="tx1"/>
              </a:solidFill>
              <a:latin typeface="Lucida Console" pitchFamily="49" charset="0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6876288" y="4437126"/>
            <a:ext cx="1152144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24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kumimoji="0" lang="zh-TW" altLang="en-US" sz="24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079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流程圖: 程序 12"/>
          <p:cNvSpPr/>
          <p:nvPr/>
        </p:nvSpPr>
        <p:spPr>
          <a:xfrm>
            <a:off x="539496" y="1124712"/>
            <a:ext cx="2880360" cy="1872234"/>
          </a:xfrm>
          <a:prstGeom prst="flowChartProcess">
            <a:avLst/>
          </a:prstGeom>
          <a:noFill/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90000" bIns="90000" rtlCol="0" anchor="t"/>
          <a:lstStyle/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t;</a:t>
            </a:r>
            <a:endParaRPr kumimoji="0" lang="zh-TW" altLang="en-US" sz="1600" b="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t.print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  <a:endParaRPr kumimoji="0" lang="zh-TW" altLang="en-US" sz="1600" b="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t.set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( 13, 27, 6 );</a:t>
            </a:r>
            <a:endParaRPr kumimoji="0" lang="zh-TW" altLang="en-US" sz="1600" b="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t.print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539496" y="4725162"/>
            <a:ext cx="5328162" cy="1584198"/>
          </a:xfrm>
          <a:prstGeom prst="flowChartProcess">
            <a:avLst/>
          </a:prstGeom>
          <a:noFill/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90000" bIns="90000" rtlCol="0" anchor="t"/>
          <a:lstStyle/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::set( </a:t>
            </a: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hour = ( </a:t>
            </a:r>
            <a:r>
              <a:rPr kumimoji="0" lang="pt-BR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kumimoji="0" lang="pt-BR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24 ) ? </a:t>
            </a:r>
            <a:r>
              <a:rPr kumimoji="0" lang="pt-BR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minute = (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60 ) ?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second = (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60 ) ?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kumimoji="0" lang="en-US" altLang="zh-TW" sz="1600" b="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6156198" y="548640"/>
            <a:ext cx="863964" cy="576018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2800" b="0" dirty="0">
                <a:solidFill>
                  <a:prstClr val="black"/>
                </a:solidFill>
                <a:latin typeface="Lucida Console" pitchFamily="49" charset="0"/>
              </a:rPr>
              <a:t>t</a:t>
            </a:r>
            <a:endParaRPr kumimoji="0" lang="zh-TW" altLang="en-US" sz="2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6" name="流程圖: 程序 5"/>
          <p:cNvSpPr/>
          <p:nvPr/>
        </p:nvSpPr>
        <p:spPr>
          <a:xfrm>
            <a:off x="4572000" y="1124712"/>
            <a:ext cx="4031928" cy="1584198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kumimoji="0" lang="zh-TW" altLang="en-US" sz="3200" b="0" dirty="0">
              <a:solidFill>
                <a:srgbClr val="0000FF"/>
              </a:solidFill>
              <a:latin typeface="Lucida Console" pitchFamily="49" charset="0"/>
            </a:endParaRPr>
          </a:p>
        </p:txBody>
      </p:sp>
      <p:sp>
        <p:nvSpPr>
          <p:cNvPr id="7" name="流程圖: 程序 6"/>
          <p:cNvSpPr/>
          <p:nvPr/>
        </p:nvSpPr>
        <p:spPr>
          <a:xfrm>
            <a:off x="7307586" y="2132442"/>
            <a:ext cx="1152000" cy="432000"/>
          </a:xfrm>
          <a:prstGeom prst="flowChartProcess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print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8" name="流程圖: 程序 7"/>
          <p:cNvSpPr/>
          <p:nvPr/>
        </p:nvSpPr>
        <p:spPr>
          <a:xfrm>
            <a:off x="6011640" y="2132442"/>
            <a:ext cx="1152000" cy="432000"/>
          </a:xfrm>
          <a:prstGeom prst="flowChartProcess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set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9" name="流程圖: 程序 8"/>
          <p:cNvSpPr/>
          <p:nvPr/>
        </p:nvSpPr>
        <p:spPr>
          <a:xfrm>
            <a:off x="7308126" y="1124712"/>
            <a:ext cx="1152000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second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0" name="流程圖: 程序 9"/>
          <p:cNvSpPr/>
          <p:nvPr/>
        </p:nvSpPr>
        <p:spPr>
          <a:xfrm>
            <a:off x="6012180" y="1124712"/>
            <a:ext cx="1152000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minute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1" name="流程圖: 程序 10"/>
          <p:cNvSpPr/>
          <p:nvPr/>
        </p:nvSpPr>
        <p:spPr>
          <a:xfrm>
            <a:off x="7308126" y="1556766"/>
            <a:ext cx="1152000" cy="432000"/>
          </a:xfrm>
          <a:prstGeom prst="flowChartProcess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6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2" name="流程圖: 程序 11"/>
          <p:cNvSpPr/>
          <p:nvPr/>
        </p:nvSpPr>
        <p:spPr>
          <a:xfrm>
            <a:off x="6012180" y="1556766"/>
            <a:ext cx="1152000" cy="432000"/>
          </a:xfrm>
          <a:prstGeom prst="flowChartProcess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27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4" name="流程圖: 程序 13"/>
          <p:cNvSpPr/>
          <p:nvPr/>
        </p:nvSpPr>
        <p:spPr>
          <a:xfrm>
            <a:off x="4716018" y="1124712"/>
            <a:ext cx="1152000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hour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5" name="流程圖: 程序 14"/>
          <p:cNvSpPr/>
          <p:nvPr/>
        </p:nvSpPr>
        <p:spPr>
          <a:xfrm>
            <a:off x="4716018" y="2132838"/>
            <a:ext cx="1152000" cy="432000"/>
          </a:xfrm>
          <a:prstGeom prst="flowChartProcess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Time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4716558" y="1557162"/>
            <a:ext cx="1152000" cy="432000"/>
          </a:xfrm>
          <a:prstGeom prst="flowChartProcess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13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539496" y="3284982"/>
            <a:ext cx="3888486" cy="1160148"/>
          </a:xfrm>
          <a:prstGeom prst="flowChartProcess">
            <a:avLst/>
          </a:prstGeom>
          <a:noFill/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90000" bIns="90000" rtlCol="0" anchor="t"/>
          <a:lstStyle/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::Time()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hour = minute = second =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8" name="流程圖: 程序 17"/>
          <p:cNvSpPr/>
          <p:nvPr/>
        </p:nvSpPr>
        <p:spPr>
          <a:xfrm>
            <a:off x="6300216" y="3284982"/>
            <a:ext cx="2304288" cy="1152144"/>
          </a:xfrm>
          <a:prstGeom prst="flowChartProcess">
            <a:avLst/>
          </a:prstGeom>
          <a:solidFill>
            <a:srgbClr val="CCECFF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0" lang="en-US" altLang="zh-TW" sz="1600" b="0" dirty="0">
                <a:solidFill>
                  <a:schemeClr val="tx1"/>
                </a:solidFill>
                <a:latin typeface="Lucida Console" pitchFamily="49" charset="0"/>
              </a:rPr>
              <a:t>00:00:00</a:t>
            </a:r>
            <a:endParaRPr kumimoji="0" lang="zh-TW" altLang="en-US" sz="1600" b="0" dirty="0">
              <a:solidFill>
                <a:schemeClr val="tx1"/>
              </a:solidFill>
              <a:latin typeface="Lucida Console" pitchFamily="49" charset="0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6876288" y="4437126"/>
            <a:ext cx="1152144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24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kumimoji="0" lang="zh-TW" altLang="en-US" sz="24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201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流程圖: 程序 12"/>
          <p:cNvSpPr/>
          <p:nvPr/>
        </p:nvSpPr>
        <p:spPr>
          <a:xfrm>
            <a:off x="539496" y="1124712"/>
            <a:ext cx="2880360" cy="1872234"/>
          </a:xfrm>
          <a:prstGeom prst="flowChartProcess">
            <a:avLst/>
          </a:prstGeom>
          <a:noFill/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90000" bIns="90000" rtlCol="0" anchor="t"/>
          <a:lstStyle/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main()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t;</a:t>
            </a:r>
            <a:endParaRPr kumimoji="0" lang="zh-TW" altLang="en-US" sz="1600" b="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t.print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  <a:endParaRPr kumimoji="0" lang="zh-TW" altLang="en-US" sz="1600" b="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t.set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( 13, 27, 6 );</a:t>
            </a:r>
            <a:endParaRPr kumimoji="0" lang="zh-TW" altLang="en-US" sz="1600" b="0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kumimoji="0" lang="en-US" altLang="zh-TW" sz="1600" b="0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t.print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539496" y="4725162"/>
            <a:ext cx="5328162" cy="1584198"/>
          </a:xfrm>
          <a:prstGeom prst="flowChartProcess">
            <a:avLst/>
          </a:prstGeom>
          <a:noFill/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90000" bIns="90000" rtlCol="0" anchor="t"/>
          <a:lstStyle/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::set( </a:t>
            </a: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, </a:t>
            </a:r>
            <a:r>
              <a:rPr kumimoji="0" lang="en-US" altLang="zh-TW" sz="1600" b="0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hour = ( </a:t>
            </a:r>
            <a:r>
              <a:rPr kumimoji="0" lang="pt-BR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kumimoji="0" lang="pt-BR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24 ) ? </a:t>
            </a:r>
            <a:r>
              <a:rPr kumimoji="0" lang="pt-BR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h</a:t>
            </a:r>
            <a:r>
              <a:rPr kumimoji="0" lang="pt-BR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minute = (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60 ) ?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m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second = (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&gt;= 0 &amp;&amp;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&lt; 60 ) ? </a:t>
            </a:r>
            <a:r>
              <a:rPr kumimoji="0" lang="en-US" altLang="zh-TW" sz="1600" b="0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: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kumimoji="0" lang="en-US" altLang="zh-TW" sz="1600" b="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流程圖: 程序 4"/>
          <p:cNvSpPr/>
          <p:nvPr/>
        </p:nvSpPr>
        <p:spPr>
          <a:xfrm>
            <a:off x="6156198" y="548640"/>
            <a:ext cx="863964" cy="576018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2800" b="0" dirty="0">
                <a:solidFill>
                  <a:prstClr val="black"/>
                </a:solidFill>
                <a:latin typeface="Lucida Console" pitchFamily="49" charset="0"/>
              </a:rPr>
              <a:t>t</a:t>
            </a:r>
            <a:endParaRPr kumimoji="0" lang="zh-TW" altLang="en-US" sz="2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6" name="流程圖: 程序 5"/>
          <p:cNvSpPr/>
          <p:nvPr/>
        </p:nvSpPr>
        <p:spPr>
          <a:xfrm>
            <a:off x="4572000" y="1124712"/>
            <a:ext cx="4031928" cy="1584198"/>
          </a:xfrm>
          <a:prstGeom prst="flowChartProcess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kumimoji="0" lang="zh-TW" altLang="en-US" sz="3200" b="0" dirty="0">
              <a:solidFill>
                <a:srgbClr val="0000FF"/>
              </a:solidFill>
              <a:latin typeface="Lucida Console" pitchFamily="49" charset="0"/>
            </a:endParaRPr>
          </a:p>
        </p:txBody>
      </p:sp>
      <p:sp>
        <p:nvSpPr>
          <p:cNvPr id="7" name="流程圖: 程序 6"/>
          <p:cNvSpPr/>
          <p:nvPr/>
        </p:nvSpPr>
        <p:spPr>
          <a:xfrm>
            <a:off x="7307586" y="2132442"/>
            <a:ext cx="1152000" cy="432000"/>
          </a:xfrm>
          <a:prstGeom prst="flowChartProcess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print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8" name="流程圖: 程序 7"/>
          <p:cNvSpPr/>
          <p:nvPr/>
        </p:nvSpPr>
        <p:spPr>
          <a:xfrm>
            <a:off x="6011640" y="2132442"/>
            <a:ext cx="1152000" cy="432000"/>
          </a:xfrm>
          <a:prstGeom prst="flowChartProcess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set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9" name="流程圖: 程序 8"/>
          <p:cNvSpPr/>
          <p:nvPr/>
        </p:nvSpPr>
        <p:spPr>
          <a:xfrm>
            <a:off x="7308126" y="1124712"/>
            <a:ext cx="1152000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second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0" name="流程圖: 程序 9"/>
          <p:cNvSpPr/>
          <p:nvPr/>
        </p:nvSpPr>
        <p:spPr>
          <a:xfrm>
            <a:off x="6012180" y="1124712"/>
            <a:ext cx="1152000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minute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1" name="流程圖: 程序 10"/>
          <p:cNvSpPr/>
          <p:nvPr/>
        </p:nvSpPr>
        <p:spPr>
          <a:xfrm>
            <a:off x="7308126" y="1556766"/>
            <a:ext cx="1152000" cy="432000"/>
          </a:xfrm>
          <a:prstGeom prst="flowChartProcess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6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2" name="流程圖: 程序 11"/>
          <p:cNvSpPr/>
          <p:nvPr/>
        </p:nvSpPr>
        <p:spPr>
          <a:xfrm>
            <a:off x="6012180" y="1556766"/>
            <a:ext cx="1152000" cy="432000"/>
          </a:xfrm>
          <a:prstGeom prst="flowChartProcess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27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4" name="流程圖: 程序 13"/>
          <p:cNvSpPr/>
          <p:nvPr/>
        </p:nvSpPr>
        <p:spPr>
          <a:xfrm>
            <a:off x="4716018" y="1124712"/>
            <a:ext cx="1152000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hour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5" name="流程圖: 程序 14"/>
          <p:cNvSpPr/>
          <p:nvPr/>
        </p:nvSpPr>
        <p:spPr>
          <a:xfrm>
            <a:off x="4716018" y="2132838"/>
            <a:ext cx="1152000" cy="432000"/>
          </a:xfrm>
          <a:prstGeom prst="flowChartProcess">
            <a:avLst/>
          </a:prstGeom>
          <a:solidFill>
            <a:srgbClr val="FFC00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Time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6" name="流程圖: 程序 15"/>
          <p:cNvSpPr/>
          <p:nvPr/>
        </p:nvSpPr>
        <p:spPr>
          <a:xfrm>
            <a:off x="4716558" y="1557162"/>
            <a:ext cx="1152000" cy="432000"/>
          </a:xfrm>
          <a:prstGeom prst="flowChartProcess">
            <a:avLst/>
          </a:prstGeom>
          <a:solidFill>
            <a:srgbClr val="92D050"/>
          </a:solidFill>
          <a:ln w="190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1800" b="0" dirty="0">
                <a:solidFill>
                  <a:prstClr val="black"/>
                </a:solidFill>
                <a:latin typeface="Lucida Console" pitchFamily="49" charset="0"/>
              </a:rPr>
              <a:t>13</a:t>
            </a:r>
            <a:endParaRPr kumimoji="0" lang="zh-TW" altLang="en-US" sz="1800" b="0" dirty="0">
              <a:solidFill>
                <a:prstClr val="black"/>
              </a:solidFill>
              <a:latin typeface="Lucida Console" pitchFamily="49" charset="0"/>
            </a:endParaRPr>
          </a:p>
        </p:txBody>
      </p:sp>
      <p:sp>
        <p:nvSpPr>
          <p:cNvPr id="17" name="流程圖: 程序 16"/>
          <p:cNvSpPr/>
          <p:nvPr/>
        </p:nvSpPr>
        <p:spPr>
          <a:xfrm>
            <a:off x="539496" y="3284982"/>
            <a:ext cx="3888486" cy="1160148"/>
          </a:xfrm>
          <a:prstGeom prst="flowChartProcess">
            <a:avLst/>
          </a:prstGeom>
          <a:noFill/>
          <a:ln w="19050"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0000" tIns="90000" bIns="90000" rtlCol="0" anchor="t"/>
          <a:lstStyle/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::Time()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hour = minute = second = 0;</a:t>
            </a:r>
          </a:p>
          <a:p>
            <a:pPr lvl="0">
              <a:spcBef>
                <a:spcPts val="0"/>
              </a:spcBef>
              <a:buClr>
                <a:srgbClr val="2DA2BF"/>
              </a:buClr>
              <a:buSzPct val="68000"/>
            </a:pPr>
            <a:r>
              <a:rPr kumimoji="0" lang="en-US" altLang="zh-TW" sz="1600" b="0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</p:txBody>
      </p:sp>
      <p:sp>
        <p:nvSpPr>
          <p:cNvPr id="18" name="流程圖: 程序 17"/>
          <p:cNvSpPr/>
          <p:nvPr/>
        </p:nvSpPr>
        <p:spPr>
          <a:xfrm>
            <a:off x="6300216" y="3284982"/>
            <a:ext cx="2304288" cy="1152144"/>
          </a:xfrm>
          <a:prstGeom prst="flowChartProcess">
            <a:avLst/>
          </a:prstGeom>
          <a:solidFill>
            <a:srgbClr val="CCECFF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kumimoji="0" lang="en-US" altLang="zh-TW" sz="1600" b="0" dirty="0">
                <a:solidFill>
                  <a:schemeClr val="tx1"/>
                </a:solidFill>
                <a:latin typeface="Lucida Console" pitchFamily="49" charset="0"/>
              </a:rPr>
              <a:t>00:00:00</a:t>
            </a:r>
          </a:p>
          <a:p>
            <a:endParaRPr kumimoji="0" lang="en-US" altLang="zh-TW" sz="1600" b="0" dirty="0">
              <a:solidFill>
                <a:schemeClr val="tx1"/>
              </a:solidFill>
              <a:latin typeface="Lucida Console" pitchFamily="49" charset="0"/>
            </a:endParaRPr>
          </a:p>
          <a:p>
            <a:r>
              <a:rPr kumimoji="0" lang="en-US" altLang="zh-TW" sz="1600" b="0" dirty="0">
                <a:solidFill>
                  <a:schemeClr val="tx1"/>
                </a:solidFill>
                <a:latin typeface="Lucida Console" pitchFamily="49" charset="0"/>
              </a:rPr>
              <a:t>13:27:06</a:t>
            </a:r>
            <a:endParaRPr kumimoji="0" lang="zh-TW" altLang="en-US" sz="1600" b="0" dirty="0">
              <a:solidFill>
                <a:schemeClr val="tx1"/>
              </a:solidFill>
              <a:latin typeface="Lucida Console" pitchFamily="49" charset="0"/>
            </a:endParaRPr>
          </a:p>
        </p:txBody>
      </p:sp>
      <p:sp>
        <p:nvSpPr>
          <p:cNvPr id="19" name="流程圖: 程序 18"/>
          <p:cNvSpPr/>
          <p:nvPr/>
        </p:nvSpPr>
        <p:spPr>
          <a:xfrm>
            <a:off x="6876288" y="4437126"/>
            <a:ext cx="1152144" cy="432000"/>
          </a:xfrm>
          <a:prstGeom prst="flowChartProcess">
            <a:avLst/>
          </a:prstGeom>
          <a:noFill/>
          <a:ln w="1905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altLang="zh-TW" sz="2400" b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kumimoji="0" lang="zh-TW" altLang="en-US" sz="2400" b="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022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n-lt"/>
              </a:rPr>
              <a:t>print</a:t>
            </a:r>
            <a:endParaRPr lang="zh-TW" altLang="en-US" dirty="0">
              <a:latin typeface="+mn-lt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123694" y="1844802"/>
            <a:ext cx="6192774" cy="187223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print(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setfill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'0'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( 2 )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.hour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":"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( 2 )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.minute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":"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( 2 )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.second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123694" y="4005072"/>
            <a:ext cx="5904738" cy="1872234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2B91A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::print()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setfill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'0'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( 2 )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hour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":"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( 2 )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minute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":"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setw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( 2 )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second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endl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83514" y="2420874"/>
            <a:ext cx="1440000" cy="576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</a:rPr>
              <a:t>struct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27532" y="4581144"/>
            <a:ext cx="1296000" cy="576000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ucida Console" pitchFamily="49" charset="0"/>
              </a:rPr>
              <a:t>class</a:t>
            </a:r>
            <a:endParaRPr kumimoji="0" lang="zh-TW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964742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自訂 11">
      <a:majorFont>
        <a:latin typeface="Lucida Console"/>
        <a:ea typeface=""/>
        <a:cs typeface=""/>
      </a:majorFont>
      <a:minorFont>
        <a:latin typeface="Lucida Console"/>
        <a:ea typeface=""/>
        <a:cs typeface="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</TotalTime>
  <Words>1015</Words>
  <Application>Microsoft Office PowerPoint</Application>
  <PresentationFormat>如螢幕大小 (4:3)</PresentationFormat>
  <Paragraphs>216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Courier New</vt:lpstr>
      <vt:lpstr>Lucida Console</vt:lpstr>
      <vt:lpstr>Lucida Sans Unicode</vt:lpstr>
      <vt:lpstr>Times New Roman</vt:lpstr>
      <vt:lpstr>Verdana</vt:lpstr>
      <vt:lpstr>Wingdings 2</vt:lpstr>
      <vt:lpstr>Concourse</vt:lpstr>
      <vt:lpstr>Comparison of struct and class</vt:lpstr>
      <vt:lpstr>main()</vt:lpstr>
      <vt:lpstr>setTime</vt:lpstr>
      <vt:lpstr>print</vt:lpstr>
      <vt:lpstr>PowerPoint 簡報</vt:lpstr>
      <vt:lpstr>PowerPoint 簡報</vt:lpstr>
      <vt:lpstr>PowerPoint 簡報</vt:lpstr>
      <vt:lpstr>PowerPoint 簡報</vt:lpstr>
      <vt:lpstr>print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JCLin</dc:creator>
  <cp:lastModifiedBy>王郁佳</cp:lastModifiedBy>
  <cp:revision>102</cp:revision>
  <dcterms:created xsi:type="dcterms:W3CDTF">2005-03-20T03:06:18Z</dcterms:created>
  <dcterms:modified xsi:type="dcterms:W3CDTF">2023-11-19T14:44:50Z</dcterms:modified>
</cp:coreProperties>
</file>