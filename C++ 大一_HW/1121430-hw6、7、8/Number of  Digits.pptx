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102"/>
  </p:notesMasterIdLst>
  <p:handoutMasterIdLst>
    <p:handoutMasterId r:id="rId103"/>
  </p:handoutMasterIdLst>
  <p:sldIdLst>
    <p:sldId id="761" r:id="rId2"/>
    <p:sldId id="798" r:id="rId3"/>
    <p:sldId id="950" r:id="rId4"/>
    <p:sldId id="767" r:id="rId5"/>
    <p:sldId id="781" r:id="rId6"/>
    <p:sldId id="965" r:id="rId7"/>
    <p:sldId id="809" r:id="rId8"/>
    <p:sldId id="811" r:id="rId9"/>
    <p:sldId id="810" r:id="rId10"/>
    <p:sldId id="762" r:id="rId11"/>
    <p:sldId id="775" r:id="rId12"/>
    <p:sldId id="777" r:id="rId13"/>
    <p:sldId id="768" r:id="rId14"/>
    <p:sldId id="778" r:id="rId15"/>
    <p:sldId id="769" r:id="rId16"/>
    <p:sldId id="771" r:id="rId17"/>
    <p:sldId id="772" r:id="rId18"/>
    <p:sldId id="773" r:id="rId19"/>
    <p:sldId id="774" r:id="rId20"/>
    <p:sldId id="807" r:id="rId21"/>
    <p:sldId id="813" r:id="rId22"/>
    <p:sldId id="779" r:id="rId23"/>
    <p:sldId id="799" r:id="rId24"/>
    <p:sldId id="780" r:id="rId25"/>
    <p:sldId id="782" r:id="rId26"/>
    <p:sldId id="808" r:id="rId27"/>
    <p:sldId id="712" r:id="rId28"/>
    <p:sldId id="797" r:id="rId29"/>
    <p:sldId id="723" r:id="rId30"/>
    <p:sldId id="796" r:id="rId31"/>
    <p:sldId id="751" r:id="rId32"/>
    <p:sldId id="758" r:id="rId33"/>
    <p:sldId id="752" r:id="rId34"/>
    <p:sldId id="754" r:id="rId35"/>
    <p:sldId id="753" r:id="rId36"/>
    <p:sldId id="755" r:id="rId37"/>
    <p:sldId id="757" r:id="rId38"/>
    <p:sldId id="783" r:id="rId39"/>
    <p:sldId id="784" r:id="rId40"/>
    <p:sldId id="786" r:id="rId41"/>
    <p:sldId id="785" r:id="rId42"/>
    <p:sldId id="787" r:id="rId43"/>
    <p:sldId id="790" r:id="rId44"/>
    <p:sldId id="789" r:id="rId45"/>
    <p:sldId id="788" r:id="rId46"/>
    <p:sldId id="792" r:id="rId47"/>
    <p:sldId id="791" r:id="rId48"/>
    <p:sldId id="793" r:id="rId49"/>
    <p:sldId id="794" r:id="rId50"/>
    <p:sldId id="795" r:id="rId51"/>
    <p:sldId id="802" r:id="rId52"/>
    <p:sldId id="804" r:id="rId53"/>
    <p:sldId id="814" r:id="rId54"/>
    <p:sldId id="815" r:id="rId55"/>
    <p:sldId id="670" r:id="rId56"/>
    <p:sldId id="691" r:id="rId57"/>
    <p:sldId id="724" r:id="rId58"/>
    <p:sldId id="692" r:id="rId59"/>
    <p:sldId id="693" r:id="rId60"/>
    <p:sldId id="699" r:id="rId61"/>
    <p:sldId id="702" r:id="rId62"/>
    <p:sldId id="703" r:id="rId63"/>
    <p:sldId id="700" r:id="rId64"/>
    <p:sldId id="701" r:id="rId65"/>
    <p:sldId id="705" r:id="rId66"/>
    <p:sldId id="704" r:id="rId67"/>
    <p:sldId id="816" r:id="rId68"/>
    <p:sldId id="818" r:id="rId69"/>
    <p:sldId id="886" r:id="rId70"/>
    <p:sldId id="819" r:id="rId71"/>
    <p:sldId id="800" r:id="rId72"/>
    <p:sldId id="801" r:id="rId73"/>
    <p:sldId id="805" r:id="rId74"/>
    <p:sldId id="847" r:id="rId75"/>
    <p:sldId id="946" r:id="rId76"/>
    <p:sldId id="945" r:id="rId77"/>
    <p:sldId id="947" r:id="rId78"/>
    <p:sldId id="823" r:id="rId79"/>
    <p:sldId id="826" r:id="rId80"/>
    <p:sldId id="828" r:id="rId81"/>
    <p:sldId id="827" r:id="rId82"/>
    <p:sldId id="829" r:id="rId83"/>
    <p:sldId id="831" r:id="rId84"/>
    <p:sldId id="830" r:id="rId85"/>
    <p:sldId id="833" r:id="rId86"/>
    <p:sldId id="834" r:id="rId87"/>
    <p:sldId id="835" r:id="rId88"/>
    <p:sldId id="836" r:id="rId89"/>
    <p:sldId id="832" r:id="rId90"/>
    <p:sldId id="825" r:id="rId91"/>
    <p:sldId id="837" r:id="rId92"/>
    <p:sldId id="839" r:id="rId93"/>
    <p:sldId id="838" r:id="rId94"/>
    <p:sldId id="840" r:id="rId95"/>
    <p:sldId id="842" r:id="rId96"/>
    <p:sldId id="841" r:id="rId97"/>
    <p:sldId id="843" r:id="rId98"/>
    <p:sldId id="844" r:id="rId99"/>
    <p:sldId id="845" r:id="rId100"/>
    <p:sldId id="846" r:id="rId101"/>
  </p:sldIdLst>
  <p:sldSz cx="9144000" cy="6858000" type="screen4x3"/>
  <p:notesSz cx="6946900" cy="9232900"/>
  <p:defaultTextStyle>
    <a:defPPr>
      <a:defRPr lang="en-US"/>
    </a:defPPr>
    <a:lvl1pPr algn="ctr" rtl="0" fontAlgn="base">
      <a:spcBef>
        <a:spcPct val="50000"/>
      </a:spcBef>
      <a:spcAft>
        <a:spcPct val="0"/>
      </a:spcAft>
      <a:defRPr sz="2000" b="1" kern="1200">
        <a:solidFill>
          <a:schemeClr val="tx1"/>
        </a:solidFill>
        <a:latin typeface="Courier New" pitchFamily="49" charset="0"/>
        <a:ea typeface="+mn-ea"/>
        <a:cs typeface="Times New Roman" pitchFamily="18" charset="0"/>
      </a:defRPr>
    </a:lvl1pPr>
    <a:lvl2pPr marL="457200" algn="ctr" rtl="0" fontAlgn="base">
      <a:spcBef>
        <a:spcPct val="50000"/>
      </a:spcBef>
      <a:spcAft>
        <a:spcPct val="0"/>
      </a:spcAft>
      <a:defRPr sz="2000" b="1" kern="1200">
        <a:solidFill>
          <a:schemeClr val="tx1"/>
        </a:solidFill>
        <a:latin typeface="Courier New" pitchFamily="49" charset="0"/>
        <a:ea typeface="+mn-ea"/>
        <a:cs typeface="Times New Roman" pitchFamily="18" charset="0"/>
      </a:defRPr>
    </a:lvl2pPr>
    <a:lvl3pPr marL="914400" algn="ctr" rtl="0" fontAlgn="base">
      <a:spcBef>
        <a:spcPct val="50000"/>
      </a:spcBef>
      <a:spcAft>
        <a:spcPct val="0"/>
      </a:spcAft>
      <a:defRPr sz="2000" b="1" kern="1200">
        <a:solidFill>
          <a:schemeClr val="tx1"/>
        </a:solidFill>
        <a:latin typeface="Courier New" pitchFamily="49" charset="0"/>
        <a:ea typeface="+mn-ea"/>
        <a:cs typeface="Times New Roman" pitchFamily="18" charset="0"/>
      </a:defRPr>
    </a:lvl3pPr>
    <a:lvl4pPr marL="1371600" algn="ctr" rtl="0" fontAlgn="base">
      <a:spcBef>
        <a:spcPct val="50000"/>
      </a:spcBef>
      <a:spcAft>
        <a:spcPct val="0"/>
      </a:spcAft>
      <a:defRPr sz="2000" b="1" kern="1200">
        <a:solidFill>
          <a:schemeClr val="tx1"/>
        </a:solidFill>
        <a:latin typeface="Courier New" pitchFamily="49" charset="0"/>
        <a:ea typeface="+mn-ea"/>
        <a:cs typeface="Times New Roman" pitchFamily="18" charset="0"/>
      </a:defRPr>
    </a:lvl4pPr>
    <a:lvl5pPr marL="1828800" algn="ctr" rtl="0" fontAlgn="base">
      <a:spcBef>
        <a:spcPct val="50000"/>
      </a:spcBef>
      <a:spcAft>
        <a:spcPct val="0"/>
      </a:spcAft>
      <a:defRPr sz="2000" b="1" kern="1200">
        <a:solidFill>
          <a:schemeClr val="tx1"/>
        </a:solidFill>
        <a:latin typeface="Courier New" pitchFamily="49" charset="0"/>
        <a:ea typeface="+mn-ea"/>
        <a:cs typeface="Times New Roman" pitchFamily="18" charset="0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Courier New" pitchFamily="49" charset="0"/>
        <a:ea typeface="+mn-ea"/>
        <a:cs typeface="Times New Roman" pitchFamily="18" charset="0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Courier New" pitchFamily="49" charset="0"/>
        <a:ea typeface="+mn-ea"/>
        <a:cs typeface="Times New Roman" pitchFamily="18" charset="0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Courier New" pitchFamily="49" charset="0"/>
        <a:ea typeface="+mn-ea"/>
        <a:cs typeface="Times New Roman" pitchFamily="18" charset="0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Courier New" pitchFamily="49" charset="0"/>
        <a:ea typeface="+mn-ea"/>
        <a:cs typeface="Times New Roman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253">
          <p15:clr>
            <a:srgbClr val="A4A3A4"/>
          </p15:clr>
        </p15:guide>
        <p15:guide id="2" pos="560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33"/>
    <a:srgbClr val="FFE699"/>
    <a:srgbClr val="0099FF"/>
    <a:srgbClr val="00B0F0"/>
    <a:srgbClr val="0000FF"/>
    <a:srgbClr val="5F5F5F"/>
    <a:srgbClr val="0033CC"/>
    <a:srgbClr val="CCCCFF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46" autoAdjust="0"/>
    <p:restoredTop sz="94660"/>
  </p:normalViewPr>
  <p:slideViewPr>
    <p:cSldViewPr showGuides="1">
      <p:cViewPr>
        <p:scale>
          <a:sx n="61" d="100"/>
          <a:sy n="61" d="100"/>
        </p:scale>
        <p:origin x="823" y="-154"/>
      </p:cViewPr>
      <p:guideLst>
        <p:guide orient="horz" pos="1253"/>
        <p:guide pos="560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180000" cy="1800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tableStyles" Target="tableStyle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99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55" tIns="46227" rIns="92455" bIns="46227" numCol="1" anchor="t" anchorCtr="0" compatLnSpc="1">
            <a:prstTxWarp prst="textNoShape">
              <a:avLst/>
            </a:prstTxWarp>
          </a:bodyPr>
          <a:lstStyle>
            <a:lvl1pPr algn="l" defTabSz="923925" eaLnBrk="0" hangingPunct="0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37000" y="0"/>
            <a:ext cx="30099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55" tIns="46227" rIns="92455" bIns="46227" numCol="1" anchor="t" anchorCtr="0" compatLnSpc="1">
            <a:prstTxWarp prst="textNoShape">
              <a:avLst/>
            </a:prstTxWarp>
          </a:bodyPr>
          <a:lstStyle>
            <a:lvl1pPr algn="r" defTabSz="923925" eaLnBrk="0" hangingPunct="0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30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70938"/>
            <a:ext cx="30099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55" tIns="46227" rIns="92455" bIns="46227" numCol="1" anchor="b" anchorCtr="0" compatLnSpc="1">
            <a:prstTxWarp prst="textNoShape">
              <a:avLst/>
            </a:prstTxWarp>
          </a:bodyPr>
          <a:lstStyle>
            <a:lvl1pPr algn="l" defTabSz="923925" eaLnBrk="0" hangingPunct="0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30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37000" y="8770938"/>
            <a:ext cx="30099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55" tIns="46227" rIns="92455" bIns="46227" numCol="1" anchor="b" anchorCtr="0" compatLnSpc="1">
            <a:prstTxWarp prst="textNoShape">
              <a:avLst/>
            </a:prstTxWarp>
          </a:bodyPr>
          <a:lstStyle>
            <a:lvl1pPr algn="r" defTabSz="923925" eaLnBrk="0" hangingPunct="0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fld id="{5402874F-8350-4991-876A-DD9D9DAB747E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45533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24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177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30300" y="685800"/>
            <a:ext cx="4673600" cy="3505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419600"/>
            <a:ext cx="5105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</a:p>
        </p:txBody>
      </p:sp>
      <p:sp>
        <p:nvSpPr>
          <p:cNvPr id="501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630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0" hangingPunct="0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01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2400" y="87630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fld id="{CAE8B083-1D94-4D98-86AD-FB305454C45E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528773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31"/>
          <p:cNvSpPr>
            <a:spLocks noChangeArrowheads="1"/>
          </p:cNvSpPr>
          <p:nvPr/>
        </p:nvSpPr>
        <p:spPr bwMode="auto">
          <a:xfrm>
            <a:off x="6705600" y="838200"/>
            <a:ext cx="243840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l">
              <a:spcBef>
                <a:spcPct val="0"/>
              </a:spcBef>
              <a:defRPr/>
            </a:pPr>
            <a:endParaRPr lang="zh-TW" altLang="en-US" sz="1400">
              <a:latin typeface="AvantGarde" pitchFamily="34" charset="0"/>
              <a:ea typeface="新細明體" pitchFamily="18" charset="-120"/>
            </a:endParaRPr>
          </a:p>
        </p:txBody>
      </p:sp>
      <p:sp>
        <p:nvSpPr>
          <p:cNvPr id="33800" name="Rectangle 103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51460" y="260604"/>
            <a:ext cx="8641080" cy="6336792"/>
          </a:xfrm>
        </p:spPr>
        <p:txBody>
          <a:bodyPr tIns="90000" bIns="90000"/>
          <a:lstStyle>
            <a:lvl1pPr marL="0" indent="0">
              <a:buFontTx/>
              <a:buNone/>
              <a:defRPr sz="1400" b="0">
                <a:latin typeface="Lucida Console" panose="020B0609040504020204" pitchFamily="49" charset="0"/>
              </a:defRPr>
            </a:lvl1pPr>
          </a:lstStyle>
          <a:p>
            <a:r>
              <a:rPr lang="en-US" altLang="zh-TW" dirty="0"/>
              <a:t>Click to edit Master subtitle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460" y="260604"/>
            <a:ext cx="8641080" cy="6337046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44939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9972" y="548980"/>
            <a:ext cx="8064056" cy="576004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33770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9496" y="548640"/>
            <a:ext cx="5760720" cy="2160270"/>
          </a:xfrm>
        </p:spPr>
        <p:txBody>
          <a:bodyPr rIns="36000"/>
          <a:lstStyle>
            <a:lvl1pPr marL="0" indent="0">
              <a:spcBef>
                <a:spcPts val="0"/>
              </a:spcBef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74257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1470" y="368608"/>
            <a:ext cx="8281059" cy="3060392"/>
          </a:xfrm>
          <a:noFill/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4" name="內容版面配置區 2"/>
          <p:cNvSpPr>
            <a:spLocks noGrp="1"/>
          </p:cNvSpPr>
          <p:nvPr>
            <p:ph idx="10"/>
          </p:nvPr>
        </p:nvSpPr>
        <p:spPr>
          <a:xfrm>
            <a:off x="611494" y="4329115"/>
            <a:ext cx="7200920" cy="2160276"/>
          </a:xfrm>
          <a:noFill/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92296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95971" y="404978"/>
            <a:ext cx="8352057" cy="3024022"/>
          </a:xfrm>
          <a:noFill/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4" name="內容版面配置區 2"/>
          <p:cNvSpPr>
            <a:spLocks noGrp="1"/>
          </p:cNvSpPr>
          <p:nvPr>
            <p:ph idx="10"/>
          </p:nvPr>
        </p:nvSpPr>
        <p:spPr>
          <a:xfrm>
            <a:off x="539971" y="4301027"/>
            <a:ext cx="7344051" cy="2160015"/>
          </a:xfrm>
          <a:noFill/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89267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23983" y="404979"/>
            <a:ext cx="3456024" cy="1008007"/>
          </a:xfrm>
          <a:noFill/>
        </p:spPr>
        <p:txBody>
          <a:bodyPr rIns="90000"/>
          <a:lstStyle>
            <a:lvl1pPr marL="0" indent="0">
              <a:buNone/>
              <a:defRPr sz="1800">
                <a:latin typeface="Lucida Console" panose="020B0609040504020204" pitchFamily="49" charset="0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4" name="內容版面配置區 2"/>
          <p:cNvSpPr>
            <a:spLocks noGrp="1"/>
          </p:cNvSpPr>
          <p:nvPr>
            <p:ph idx="10"/>
          </p:nvPr>
        </p:nvSpPr>
        <p:spPr>
          <a:xfrm>
            <a:off x="395971" y="2132991"/>
            <a:ext cx="3312021" cy="1008007"/>
          </a:xfrm>
          <a:noFill/>
        </p:spPr>
        <p:txBody>
          <a:bodyPr rIns="36000"/>
          <a:lstStyle>
            <a:lvl1pPr marL="0" indent="0">
              <a:buNone/>
              <a:defRPr sz="1800">
                <a:latin typeface="Lucida Console" panose="020B0609040504020204" pitchFamily="49" charset="0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6" name="內容版面配置區 2"/>
          <p:cNvSpPr>
            <a:spLocks noGrp="1"/>
          </p:cNvSpPr>
          <p:nvPr>
            <p:ph idx="12"/>
          </p:nvPr>
        </p:nvSpPr>
        <p:spPr>
          <a:xfrm>
            <a:off x="3995996" y="2132991"/>
            <a:ext cx="4752033" cy="1008007"/>
          </a:xfrm>
          <a:noFill/>
        </p:spPr>
        <p:txBody>
          <a:bodyPr rIns="36000"/>
          <a:lstStyle>
            <a:lvl1pPr marL="0" indent="0">
              <a:buNone/>
              <a:defRPr sz="1800">
                <a:latin typeface="Lucida Console" panose="020B0609040504020204" pitchFamily="49" charset="0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7" name="內容版面配置區 2"/>
          <p:cNvSpPr>
            <a:spLocks noGrp="1"/>
          </p:cNvSpPr>
          <p:nvPr>
            <p:ph idx="13"/>
          </p:nvPr>
        </p:nvSpPr>
        <p:spPr>
          <a:xfrm>
            <a:off x="395971" y="3861003"/>
            <a:ext cx="3312021" cy="1008007"/>
          </a:xfrm>
          <a:noFill/>
        </p:spPr>
        <p:txBody>
          <a:bodyPr rIns="36000"/>
          <a:lstStyle>
            <a:lvl1pPr marL="0" indent="0">
              <a:buNone/>
              <a:defRPr sz="1800">
                <a:latin typeface="Lucida Console" panose="020B0609040504020204" pitchFamily="49" charset="0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8" name="內容版面配置區 2"/>
          <p:cNvSpPr>
            <a:spLocks noGrp="1"/>
          </p:cNvSpPr>
          <p:nvPr>
            <p:ph idx="14"/>
          </p:nvPr>
        </p:nvSpPr>
        <p:spPr>
          <a:xfrm>
            <a:off x="3995996" y="3861003"/>
            <a:ext cx="4752033" cy="1008007"/>
          </a:xfrm>
          <a:noFill/>
        </p:spPr>
        <p:txBody>
          <a:bodyPr rIns="36000"/>
          <a:lstStyle>
            <a:lvl1pPr marL="0" indent="0">
              <a:buNone/>
              <a:defRPr sz="1800">
                <a:latin typeface="Lucida Console" panose="020B0609040504020204" pitchFamily="49" charset="0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9" name="內容版面配置區 2"/>
          <p:cNvSpPr>
            <a:spLocks noGrp="1"/>
          </p:cNvSpPr>
          <p:nvPr>
            <p:ph idx="10"/>
          </p:nvPr>
        </p:nvSpPr>
        <p:spPr>
          <a:xfrm>
            <a:off x="395971" y="5589015"/>
            <a:ext cx="3312021" cy="1008007"/>
          </a:xfrm>
          <a:noFill/>
        </p:spPr>
        <p:txBody>
          <a:bodyPr rIns="36000"/>
          <a:lstStyle>
            <a:lvl1pPr marL="0" indent="0">
              <a:buNone/>
              <a:defRPr sz="1800">
                <a:latin typeface="Lucida Console" panose="020B0609040504020204" pitchFamily="49" charset="0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10" name="內容版面配置區 2"/>
          <p:cNvSpPr>
            <a:spLocks noGrp="1"/>
          </p:cNvSpPr>
          <p:nvPr>
            <p:ph idx="12"/>
          </p:nvPr>
        </p:nvSpPr>
        <p:spPr>
          <a:xfrm>
            <a:off x="3995996" y="5589015"/>
            <a:ext cx="4752033" cy="1008007"/>
          </a:xfrm>
          <a:noFill/>
        </p:spPr>
        <p:txBody>
          <a:bodyPr rIns="36000"/>
          <a:lstStyle>
            <a:lvl1pPr marL="0" indent="0">
              <a:buNone/>
              <a:defRPr sz="1800">
                <a:latin typeface="Lucida Console" panose="020B0609040504020204" pitchFamily="49" charset="0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55572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970" y="260978"/>
            <a:ext cx="4176000" cy="1008007"/>
          </a:xfrm>
          <a:noFill/>
        </p:spPr>
        <p:txBody>
          <a:bodyPr rIns="9000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4" name="內容版面配置區 2"/>
          <p:cNvSpPr>
            <a:spLocks noGrp="1"/>
          </p:cNvSpPr>
          <p:nvPr>
            <p:ph idx="10"/>
          </p:nvPr>
        </p:nvSpPr>
        <p:spPr>
          <a:xfrm>
            <a:off x="251969" y="1988990"/>
            <a:ext cx="4176000" cy="1008007"/>
          </a:xfrm>
          <a:noFill/>
        </p:spPr>
        <p:txBody>
          <a:bodyPr rIns="3600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6" name="內容版面配置區 2"/>
          <p:cNvSpPr>
            <a:spLocks noGrp="1"/>
          </p:cNvSpPr>
          <p:nvPr>
            <p:ph idx="12"/>
          </p:nvPr>
        </p:nvSpPr>
        <p:spPr>
          <a:xfrm>
            <a:off x="4716001" y="1988990"/>
            <a:ext cx="4176000" cy="1008007"/>
          </a:xfrm>
          <a:noFill/>
        </p:spPr>
        <p:txBody>
          <a:bodyPr rIns="3600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7" name="內容版面配置區 2"/>
          <p:cNvSpPr>
            <a:spLocks noGrp="1"/>
          </p:cNvSpPr>
          <p:nvPr>
            <p:ph idx="13"/>
          </p:nvPr>
        </p:nvSpPr>
        <p:spPr>
          <a:xfrm>
            <a:off x="251969" y="3717002"/>
            <a:ext cx="4176000" cy="1008007"/>
          </a:xfrm>
          <a:noFill/>
        </p:spPr>
        <p:txBody>
          <a:bodyPr rIns="3600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8" name="內容版面配置區 2"/>
          <p:cNvSpPr>
            <a:spLocks noGrp="1"/>
          </p:cNvSpPr>
          <p:nvPr>
            <p:ph idx="14"/>
          </p:nvPr>
        </p:nvSpPr>
        <p:spPr>
          <a:xfrm>
            <a:off x="4716001" y="3717002"/>
            <a:ext cx="4176000" cy="1008007"/>
          </a:xfrm>
          <a:noFill/>
        </p:spPr>
        <p:txBody>
          <a:bodyPr rIns="3600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9" name="內容版面配置區 2"/>
          <p:cNvSpPr>
            <a:spLocks noGrp="1"/>
          </p:cNvSpPr>
          <p:nvPr>
            <p:ph idx="10"/>
          </p:nvPr>
        </p:nvSpPr>
        <p:spPr>
          <a:xfrm>
            <a:off x="251969" y="5445014"/>
            <a:ext cx="4176000" cy="1008007"/>
          </a:xfrm>
          <a:noFill/>
        </p:spPr>
        <p:txBody>
          <a:bodyPr rIns="3600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10" name="內容版面配置區 2"/>
          <p:cNvSpPr>
            <a:spLocks noGrp="1"/>
          </p:cNvSpPr>
          <p:nvPr>
            <p:ph idx="12"/>
          </p:nvPr>
        </p:nvSpPr>
        <p:spPr>
          <a:xfrm>
            <a:off x="4716001" y="5445014"/>
            <a:ext cx="4176000" cy="1008007"/>
          </a:xfrm>
          <a:noFill/>
        </p:spPr>
        <p:txBody>
          <a:bodyPr rIns="3600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11" name="內容版面配置區 2"/>
          <p:cNvSpPr>
            <a:spLocks noGrp="1"/>
          </p:cNvSpPr>
          <p:nvPr>
            <p:ph idx="15"/>
          </p:nvPr>
        </p:nvSpPr>
        <p:spPr>
          <a:xfrm>
            <a:off x="4716001" y="260978"/>
            <a:ext cx="4176000" cy="1008007"/>
          </a:xfrm>
          <a:noFill/>
        </p:spPr>
        <p:txBody>
          <a:bodyPr rIns="9000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18181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71974" y="260978"/>
            <a:ext cx="2736019" cy="1008007"/>
          </a:xfrm>
          <a:noFill/>
        </p:spPr>
        <p:txBody>
          <a:bodyPr rIns="9000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4" name="內容版面配置區 2"/>
          <p:cNvSpPr>
            <a:spLocks noGrp="1"/>
          </p:cNvSpPr>
          <p:nvPr>
            <p:ph idx="10"/>
          </p:nvPr>
        </p:nvSpPr>
        <p:spPr>
          <a:xfrm>
            <a:off x="251969" y="1988990"/>
            <a:ext cx="3888000" cy="1008007"/>
          </a:xfrm>
          <a:noFill/>
        </p:spPr>
        <p:txBody>
          <a:bodyPr rIns="3600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6" name="內容版面配置區 2"/>
          <p:cNvSpPr>
            <a:spLocks noGrp="1"/>
          </p:cNvSpPr>
          <p:nvPr>
            <p:ph idx="12"/>
          </p:nvPr>
        </p:nvSpPr>
        <p:spPr>
          <a:xfrm>
            <a:off x="5004003" y="1988990"/>
            <a:ext cx="3888000" cy="1008007"/>
          </a:xfrm>
          <a:noFill/>
        </p:spPr>
        <p:txBody>
          <a:bodyPr rIns="3600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7" name="內容版面配置區 2"/>
          <p:cNvSpPr>
            <a:spLocks noGrp="1"/>
          </p:cNvSpPr>
          <p:nvPr>
            <p:ph idx="13"/>
          </p:nvPr>
        </p:nvSpPr>
        <p:spPr>
          <a:xfrm>
            <a:off x="251969" y="3717002"/>
            <a:ext cx="3888000" cy="1008007"/>
          </a:xfrm>
          <a:noFill/>
        </p:spPr>
        <p:txBody>
          <a:bodyPr rIns="3600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8" name="內容版面配置區 2"/>
          <p:cNvSpPr>
            <a:spLocks noGrp="1"/>
          </p:cNvSpPr>
          <p:nvPr>
            <p:ph idx="14"/>
          </p:nvPr>
        </p:nvSpPr>
        <p:spPr>
          <a:xfrm>
            <a:off x="5004003" y="3717002"/>
            <a:ext cx="3888000" cy="1008007"/>
          </a:xfrm>
          <a:noFill/>
        </p:spPr>
        <p:txBody>
          <a:bodyPr rIns="3600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9" name="內容版面配置區 2"/>
          <p:cNvSpPr>
            <a:spLocks noGrp="1"/>
          </p:cNvSpPr>
          <p:nvPr>
            <p:ph idx="10"/>
          </p:nvPr>
        </p:nvSpPr>
        <p:spPr>
          <a:xfrm>
            <a:off x="251969" y="5445014"/>
            <a:ext cx="3888000" cy="1008007"/>
          </a:xfrm>
          <a:noFill/>
        </p:spPr>
        <p:txBody>
          <a:bodyPr rIns="3600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10" name="內容版面配置區 2"/>
          <p:cNvSpPr>
            <a:spLocks noGrp="1"/>
          </p:cNvSpPr>
          <p:nvPr>
            <p:ph idx="12"/>
          </p:nvPr>
        </p:nvSpPr>
        <p:spPr>
          <a:xfrm>
            <a:off x="5004003" y="5445014"/>
            <a:ext cx="3888000" cy="1008007"/>
          </a:xfrm>
          <a:noFill/>
        </p:spPr>
        <p:txBody>
          <a:bodyPr rIns="3600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11" name="內容版面配置區 2"/>
          <p:cNvSpPr>
            <a:spLocks noGrp="1"/>
          </p:cNvSpPr>
          <p:nvPr>
            <p:ph idx="15"/>
          </p:nvPr>
        </p:nvSpPr>
        <p:spPr>
          <a:xfrm>
            <a:off x="5724008" y="260978"/>
            <a:ext cx="2736019" cy="1008007"/>
          </a:xfrm>
          <a:noFill/>
        </p:spPr>
        <p:txBody>
          <a:bodyPr rIns="9000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86941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9972" y="260978"/>
            <a:ext cx="3600000" cy="1008007"/>
          </a:xfrm>
          <a:noFill/>
        </p:spPr>
        <p:txBody>
          <a:bodyPr lIns="72000" rIns="7200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4" name="內容版面配置區 2"/>
          <p:cNvSpPr>
            <a:spLocks noGrp="1"/>
          </p:cNvSpPr>
          <p:nvPr>
            <p:ph idx="10"/>
          </p:nvPr>
        </p:nvSpPr>
        <p:spPr>
          <a:xfrm>
            <a:off x="251969" y="1988990"/>
            <a:ext cx="4176000" cy="1008007"/>
          </a:xfrm>
          <a:noFill/>
        </p:spPr>
        <p:txBody>
          <a:bodyPr rIns="3600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6" name="內容版面配置區 2"/>
          <p:cNvSpPr>
            <a:spLocks noGrp="1"/>
          </p:cNvSpPr>
          <p:nvPr>
            <p:ph idx="12"/>
          </p:nvPr>
        </p:nvSpPr>
        <p:spPr>
          <a:xfrm>
            <a:off x="4716001" y="1988990"/>
            <a:ext cx="4176000" cy="1008007"/>
          </a:xfrm>
          <a:noFill/>
        </p:spPr>
        <p:txBody>
          <a:bodyPr rIns="3600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7" name="內容版面配置區 2"/>
          <p:cNvSpPr>
            <a:spLocks noGrp="1"/>
          </p:cNvSpPr>
          <p:nvPr>
            <p:ph idx="13"/>
          </p:nvPr>
        </p:nvSpPr>
        <p:spPr>
          <a:xfrm>
            <a:off x="251969" y="3717002"/>
            <a:ext cx="4176000" cy="1008007"/>
          </a:xfrm>
          <a:noFill/>
        </p:spPr>
        <p:txBody>
          <a:bodyPr rIns="3600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8" name="內容版面配置區 2"/>
          <p:cNvSpPr>
            <a:spLocks noGrp="1"/>
          </p:cNvSpPr>
          <p:nvPr>
            <p:ph idx="14"/>
          </p:nvPr>
        </p:nvSpPr>
        <p:spPr>
          <a:xfrm>
            <a:off x="4716001" y="3717002"/>
            <a:ext cx="4176000" cy="1008007"/>
          </a:xfrm>
          <a:noFill/>
        </p:spPr>
        <p:txBody>
          <a:bodyPr rIns="3600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9" name="內容版面配置區 2"/>
          <p:cNvSpPr>
            <a:spLocks noGrp="1"/>
          </p:cNvSpPr>
          <p:nvPr>
            <p:ph idx="10"/>
          </p:nvPr>
        </p:nvSpPr>
        <p:spPr>
          <a:xfrm>
            <a:off x="251969" y="5445014"/>
            <a:ext cx="4176000" cy="1008007"/>
          </a:xfrm>
          <a:noFill/>
        </p:spPr>
        <p:txBody>
          <a:bodyPr rIns="3600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10" name="內容版面配置區 2"/>
          <p:cNvSpPr>
            <a:spLocks noGrp="1"/>
          </p:cNvSpPr>
          <p:nvPr>
            <p:ph idx="12"/>
          </p:nvPr>
        </p:nvSpPr>
        <p:spPr>
          <a:xfrm>
            <a:off x="4716001" y="5445014"/>
            <a:ext cx="4176000" cy="1008007"/>
          </a:xfrm>
          <a:noFill/>
        </p:spPr>
        <p:txBody>
          <a:bodyPr rIns="3600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11" name="內容版面配置區 2"/>
          <p:cNvSpPr>
            <a:spLocks noGrp="1"/>
          </p:cNvSpPr>
          <p:nvPr>
            <p:ph idx="15"/>
          </p:nvPr>
        </p:nvSpPr>
        <p:spPr>
          <a:xfrm>
            <a:off x="5004004" y="260978"/>
            <a:ext cx="3600000" cy="1008007"/>
          </a:xfrm>
          <a:noFill/>
        </p:spPr>
        <p:txBody>
          <a:bodyPr lIns="72000" rIns="7200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74096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27974" y="836982"/>
            <a:ext cx="3311996" cy="1008007"/>
          </a:xfrm>
          <a:noFill/>
        </p:spPr>
        <p:txBody>
          <a:bodyPr rIns="9000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4" name="內容版面配置區 2"/>
          <p:cNvSpPr>
            <a:spLocks noGrp="1"/>
          </p:cNvSpPr>
          <p:nvPr>
            <p:ph idx="10"/>
          </p:nvPr>
        </p:nvSpPr>
        <p:spPr>
          <a:xfrm>
            <a:off x="251970" y="2420993"/>
            <a:ext cx="3888000" cy="1008007"/>
          </a:xfrm>
          <a:noFill/>
        </p:spPr>
        <p:txBody>
          <a:bodyPr rIns="3600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6" name="內容版面配置區 2"/>
          <p:cNvSpPr>
            <a:spLocks noGrp="1"/>
          </p:cNvSpPr>
          <p:nvPr>
            <p:ph idx="12"/>
          </p:nvPr>
        </p:nvSpPr>
        <p:spPr>
          <a:xfrm>
            <a:off x="5004004" y="2420993"/>
            <a:ext cx="3888000" cy="1008007"/>
          </a:xfrm>
          <a:noFill/>
        </p:spPr>
        <p:txBody>
          <a:bodyPr rIns="3600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7" name="內容版面配置區 2"/>
          <p:cNvSpPr>
            <a:spLocks noGrp="1"/>
          </p:cNvSpPr>
          <p:nvPr>
            <p:ph idx="13"/>
          </p:nvPr>
        </p:nvSpPr>
        <p:spPr>
          <a:xfrm>
            <a:off x="251970" y="4005004"/>
            <a:ext cx="3888000" cy="1008007"/>
          </a:xfrm>
          <a:noFill/>
        </p:spPr>
        <p:txBody>
          <a:bodyPr rIns="3600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8" name="內容版面配置區 2"/>
          <p:cNvSpPr>
            <a:spLocks noGrp="1"/>
          </p:cNvSpPr>
          <p:nvPr>
            <p:ph idx="14"/>
          </p:nvPr>
        </p:nvSpPr>
        <p:spPr>
          <a:xfrm>
            <a:off x="5004004" y="4005004"/>
            <a:ext cx="3888000" cy="1008007"/>
          </a:xfrm>
          <a:noFill/>
        </p:spPr>
        <p:txBody>
          <a:bodyPr rIns="3600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9" name="內容版面配置區 2"/>
          <p:cNvSpPr>
            <a:spLocks noGrp="1"/>
          </p:cNvSpPr>
          <p:nvPr>
            <p:ph idx="10"/>
          </p:nvPr>
        </p:nvSpPr>
        <p:spPr>
          <a:xfrm>
            <a:off x="251970" y="5589015"/>
            <a:ext cx="3888000" cy="1008007"/>
          </a:xfrm>
          <a:noFill/>
        </p:spPr>
        <p:txBody>
          <a:bodyPr rIns="3600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10" name="內容版面配置區 2"/>
          <p:cNvSpPr>
            <a:spLocks noGrp="1"/>
          </p:cNvSpPr>
          <p:nvPr>
            <p:ph idx="12"/>
          </p:nvPr>
        </p:nvSpPr>
        <p:spPr>
          <a:xfrm>
            <a:off x="5004004" y="5589015"/>
            <a:ext cx="3888000" cy="1008007"/>
          </a:xfrm>
          <a:noFill/>
        </p:spPr>
        <p:txBody>
          <a:bodyPr rIns="3600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11" name="內容版面配置區 2"/>
          <p:cNvSpPr>
            <a:spLocks noGrp="1"/>
          </p:cNvSpPr>
          <p:nvPr>
            <p:ph idx="15"/>
          </p:nvPr>
        </p:nvSpPr>
        <p:spPr>
          <a:xfrm>
            <a:off x="5580007" y="836982"/>
            <a:ext cx="3311996" cy="1008007"/>
          </a:xfrm>
          <a:noFill/>
        </p:spPr>
        <p:txBody>
          <a:bodyPr rIns="9000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046047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970" y="548980"/>
            <a:ext cx="3888000" cy="1728000"/>
          </a:xfrm>
          <a:noFill/>
        </p:spPr>
        <p:txBody>
          <a:bodyPr rIns="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4" name="內容版面配置區 2"/>
          <p:cNvSpPr>
            <a:spLocks noGrp="1"/>
          </p:cNvSpPr>
          <p:nvPr>
            <p:ph idx="10"/>
          </p:nvPr>
        </p:nvSpPr>
        <p:spPr>
          <a:xfrm>
            <a:off x="251970" y="2708995"/>
            <a:ext cx="3888000" cy="1728000"/>
          </a:xfrm>
          <a:noFill/>
        </p:spPr>
        <p:txBody>
          <a:bodyPr rIns="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6" name="內容版面配置區 2"/>
          <p:cNvSpPr>
            <a:spLocks noGrp="1"/>
          </p:cNvSpPr>
          <p:nvPr>
            <p:ph idx="12"/>
          </p:nvPr>
        </p:nvSpPr>
        <p:spPr>
          <a:xfrm>
            <a:off x="5004004" y="2708995"/>
            <a:ext cx="3888000" cy="1728000"/>
          </a:xfrm>
          <a:noFill/>
        </p:spPr>
        <p:txBody>
          <a:bodyPr rIns="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7" name="內容版面配置區 2"/>
          <p:cNvSpPr>
            <a:spLocks noGrp="1"/>
          </p:cNvSpPr>
          <p:nvPr>
            <p:ph idx="13"/>
          </p:nvPr>
        </p:nvSpPr>
        <p:spPr>
          <a:xfrm>
            <a:off x="251970" y="4869010"/>
            <a:ext cx="3888000" cy="1728000"/>
          </a:xfrm>
          <a:noFill/>
        </p:spPr>
        <p:txBody>
          <a:bodyPr rIns="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8" name="內容版面配置區 2"/>
          <p:cNvSpPr>
            <a:spLocks noGrp="1"/>
          </p:cNvSpPr>
          <p:nvPr>
            <p:ph idx="14"/>
          </p:nvPr>
        </p:nvSpPr>
        <p:spPr>
          <a:xfrm>
            <a:off x="5004004" y="4869010"/>
            <a:ext cx="3888000" cy="1728000"/>
          </a:xfrm>
          <a:noFill/>
        </p:spPr>
        <p:txBody>
          <a:bodyPr rIns="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11" name="內容版面配置區 2"/>
          <p:cNvSpPr>
            <a:spLocks noGrp="1"/>
          </p:cNvSpPr>
          <p:nvPr>
            <p:ph idx="15"/>
          </p:nvPr>
        </p:nvSpPr>
        <p:spPr>
          <a:xfrm>
            <a:off x="5004003" y="548980"/>
            <a:ext cx="3888000" cy="1728000"/>
          </a:xfrm>
          <a:noFill/>
        </p:spPr>
        <p:txBody>
          <a:bodyPr rIns="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308855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970" y="404979"/>
            <a:ext cx="4176000" cy="1728000"/>
          </a:xfrm>
          <a:noFill/>
        </p:spPr>
        <p:txBody>
          <a:bodyPr rIns="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4" name="內容版面配置區 2"/>
          <p:cNvSpPr>
            <a:spLocks noGrp="1"/>
          </p:cNvSpPr>
          <p:nvPr>
            <p:ph idx="10"/>
          </p:nvPr>
        </p:nvSpPr>
        <p:spPr>
          <a:xfrm>
            <a:off x="251970" y="2564994"/>
            <a:ext cx="4176000" cy="1728000"/>
          </a:xfrm>
          <a:noFill/>
        </p:spPr>
        <p:txBody>
          <a:bodyPr rIns="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6" name="內容版面配置區 2"/>
          <p:cNvSpPr>
            <a:spLocks noGrp="1"/>
          </p:cNvSpPr>
          <p:nvPr>
            <p:ph idx="12"/>
          </p:nvPr>
        </p:nvSpPr>
        <p:spPr>
          <a:xfrm>
            <a:off x="4716002" y="2564994"/>
            <a:ext cx="4176000" cy="1728000"/>
          </a:xfrm>
          <a:noFill/>
        </p:spPr>
        <p:txBody>
          <a:bodyPr rIns="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7" name="內容版面配置區 2"/>
          <p:cNvSpPr>
            <a:spLocks noGrp="1"/>
          </p:cNvSpPr>
          <p:nvPr>
            <p:ph idx="13"/>
          </p:nvPr>
        </p:nvSpPr>
        <p:spPr>
          <a:xfrm>
            <a:off x="251970" y="4725009"/>
            <a:ext cx="4176000" cy="1728000"/>
          </a:xfrm>
          <a:noFill/>
        </p:spPr>
        <p:txBody>
          <a:bodyPr rIns="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8" name="內容版面配置區 2"/>
          <p:cNvSpPr>
            <a:spLocks noGrp="1"/>
          </p:cNvSpPr>
          <p:nvPr>
            <p:ph idx="14"/>
          </p:nvPr>
        </p:nvSpPr>
        <p:spPr>
          <a:xfrm>
            <a:off x="4716002" y="4725009"/>
            <a:ext cx="4176000" cy="1728000"/>
          </a:xfrm>
          <a:noFill/>
        </p:spPr>
        <p:txBody>
          <a:bodyPr rIns="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11" name="內容版面配置區 2"/>
          <p:cNvSpPr>
            <a:spLocks noGrp="1"/>
          </p:cNvSpPr>
          <p:nvPr>
            <p:ph idx="15"/>
          </p:nvPr>
        </p:nvSpPr>
        <p:spPr>
          <a:xfrm>
            <a:off x="4716001" y="404979"/>
            <a:ext cx="4176000" cy="1728000"/>
          </a:xfrm>
          <a:noFill/>
        </p:spPr>
        <p:txBody>
          <a:bodyPr rIns="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634896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970" y="548980"/>
            <a:ext cx="4176000" cy="1728000"/>
          </a:xfrm>
          <a:noFill/>
        </p:spPr>
        <p:txBody>
          <a:bodyPr rIns="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4" name="內容版面配置區 2"/>
          <p:cNvSpPr>
            <a:spLocks noGrp="1"/>
          </p:cNvSpPr>
          <p:nvPr>
            <p:ph idx="10"/>
          </p:nvPr>
        </p:nvSpPr>
        <p:spPr>
          <a:xfrm>
            <a:off x="251970" y="2708995"/>
            <a:ext cx="4176000" cy="1728000"/>
          </a:xfrm>
          <a:noFill/>
        </p:spPr>
        <p:txBody>
          <a:bodyPr rIns="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6" name="內容版面配置區 2"/>
          <p:cNvSpPr>
            <a:spLocks noGrp="1"/>
          </p:cNvSpPr>
          <p:nvPr>
            <p:ph idx="12"/>
          </p:nvPr>
        </p:nvSpPr>
        <p:spPr>
          <a:xfrm>
            <a:off x="4716001" y="2132991"/>
            <a:ext cx="4176000" cy="1296009"/>
          </a:xfrm>
          <a:noFill/>
        </p:spPr>
        <p:txBody>
          <a:bodyPr rIns="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7" name="內容版面配置區 2"/>
          <p:cNvSpPr>
            <a:spLocks noGrp="1"/>
          </p:cNvSpPr>
          <p:nvPr>
            <p:ph idx="13"/>
          </p:nvPr>
        </p:nvSpPr>
        <p:spPr>
          <a:xfrm>
            <a:off x="251970" y="4869010"/>
            <a:ext cx="4176000" cy="1728000"/>
          </a:xfrm>
          <a:noFill/>
        </p:spPr>
        <p:txBody>
          <a:bodyPr rIns="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8" name="內容版面配置區 2"/>
          <p:cNvSpPr>
            <a:spLocks noGrp="1"/>
          </p:cNvSpPr>
          <p:nvPr>
            <p:ph idx="14"/>
          </p:nvPr>
        </p:nvSpPr>
        <p:spPr>
          <a:xfrm>
            <a:off x="4716001" y="3717002"/>
            <a:ext cx="4176000" cy="1296009"/>
          </a:xfrm>
          <a:noFill/>
        </p:spPr>
        <p:txBody>
          <a:bodyPr rIns="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11" name="內容版面配置區 2"/>
          <p:cNvSpPr>
            <a:spLocks noGrp="1"/>
          </p:cNvSpPr>
          <p:nvPr>
            <p:ph idx="15"/>
          </p:nvPr>
        </p:nvSpPr>
        <p:spPr>
          <a:xfrm>
            <a:off x="4716001" y="548980"/>
            <a:ext cx="4176000" cy="1296009"/>
          </a:xfrm>
          <a:noFill/>
        </p:spPr>
        <p:txBody>
          <a:bodyPr rIns="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9" name="內容版面配置區 2"/>
          <p:cNvSpPr>
            <a:spLocks noGrp="1"/>
          </p:cNvSpPr>
          <p:nvPr>
            <p:ph idx="16"/>
          </p:nvPr>
        </p:nvSpPr>
        <p:spPr>
          <a:xfrm>
            <a:off x="4716001" y="5301013"/>
            <a:ext cx="4176000" cy="1296009"/>
          </a:xfrm>
          <a:noFill/>
        </p:spPr>
        <p:txBody>
          <a:bodyPr rIns="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621644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460" y="260604"/>
            <a:ext cx="8641080" cy="6337046"/>
          </a:xfrm>
        </p:spPr>
        <p:txBody>
          <a:bodyPr/>
          <a:lstStyle>
            <a:lvl1pPr marL="0" indent="0">
              <a:buNone/>
              <a:defRPr sz="2400">
                <a:latin typeface="+mn-ea"/>
                <a:ea typeface="+mn-ea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785865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1970" y="2708994"/>
            <a:ext cx="8640060" cy="1440011"/>
          </a:xfrm>
        </p:spPr>
        <p:txBody>
          <a:bodyPr/>
          <a:lstStyle>
            <a:lvl1pPr algn="ctr">
              <a:defRPr sz="54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9496" y="116586"/>
            <a:ext cx="8065008" cy="100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496" y="1268730"/>
            <a:ext cx="8065008" cy="5328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1" r:id="rId1"/>
    <p:sldLayoutId id="2147483882" r:id="rId2"/>
    <p:sldLayoutId id="2147483886" r:id="rId3"/>
    <p:sldLayoutId id="2147483885" r:id="rId4"/>
    <p:sldLayoutId id="2147483884" r:id="rId5"/>
    <p:sldLayoutId id="2147483889" r:id="rId6"/>
    <p:sldLayoutId id="2147483887" r:id="rId7"/>
    <p:sldLayoutId id="2147483888" r:id="rId8"/>
    <p:sldLayoutId id="2147483892" r:id="rId9"/>
    <p:sldLayoutId id="2147483893" r:id="rId10"/>
    <p:sldLayoutId id="2147483891" r:id="rId11"/>
    <p:sldLayoutId id="2147483890" r:id="rId12"/>
    <p:sldLayoutId id="2147483894" r:id="rId13"/>
    <p:sldLayoutId id="2147483895" r:id="rId14"/>
    <p:sldLayoutId id="2147483883" r:id="rId15"/>
    <p:sldLayoutId id="2147483864" r:id="rId16"/>
    <p:sldLayoutId id="2147483865" r:id="rId17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hlink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itchFamily="18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FontTx/>
        <a:buNone/>
        <a:defRPr sz="1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Number of  Digits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81306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numDigits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srand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static_cast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&gt;( time( 0 ) ) 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number = rand();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"The number of digits of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number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 is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numDigits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number )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numDigits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count = 0;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0 )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count += 1;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/= 10;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count;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07173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539972" y="548980"/>
            <a:ext cx="8064056" cy="5940020"/>
          </a:xfrm>
        </p:spPr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numDigits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&lt; 10 )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1;</a:t>
            </a:r>
          </a:p>
          <a:p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count = 0;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/ 10 &gt; 0 )</a:t>
            </a:r>
          </a:p>
          <a:p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count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+= 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/= 10;</a:t>
            </a:r>
          </a:p>
          <a:p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1 + count;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numDigits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count = 0;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0 )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count += 1;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/= 10;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count;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63467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numDigits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srand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static_cast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&gt;( time( 0 ) ) 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number = rand();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"The number of digits of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number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 is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numDigits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number )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numDigits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if( number &lt; 10 )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   return 1;</a:t>
            </a:r>
          </a:p>
          <a:p>
            <a:r>
              <a:rPr lang="zh-TW" altLang="en-US" dirty="0">
                <a:solidFill>
                  <a:schemeClr val="bg1"/>
                </a:solidFill>
                <a:ea typeface="細明體" panose="02020509000000000000" pitchFamily="49" charset="-120"/>
              </a:rPr>
              <a:t>   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return 1 + </a:t>
            </a:r>
            <a:r>
              <a:rPr lang="en-US" altLang="zh-TW" dirty="0" err="1">
                <a:solidFill>
                  <a:schemeClr val="bg1"/>
                </a:solidFill>
                <a:ea typeface="細明體" panose="02020509000000000000" pitchFamily="49" charset="-120"/>
              </a:rPr>
              <a:t>numDigits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( number / 10 );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06804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numDigits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srand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static_cast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&gt;( time( 0 ) ) 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number = rand();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"The number of digits of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number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 is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numDigits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number )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numDigits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10 )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1;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1 + </a:t>
            </a:r>
            <a:r>
              <a:rPr lang="en-US" altLang="zh-TW" dirty="0" err="1">
                <a:solidFill>
                  <a:schemeClr val="bg1"/>
                </a:solidFill>
                <a:ea typeface="細明體" panose="02020509000000000000" pitchFamily="49" charset="-120"/>
              </a:rPr>
              <a:t>numDigits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( number / 10 )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64134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numDigits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srand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static_cast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&gt;( time( 0 ) ) 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number = rand();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"The number of digits of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number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 is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numDigits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number )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numDigits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10 )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1;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1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numDigits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/ 10 );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67363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9972" y="548980"/>
            <a:ext cx="7344051" cy="2592018"/>
          </a:xfrm>
        </p:spPr>
        <p:txBody>
          <a:bodyPr lIns="108000" tIns="108000"/>
          <a:lstStyle/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sz="160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srand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static_cast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&lt;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&gt;( time( 0 ) ) );</a:t>
            </a:r>
          </a:p>
          <a:p>
            <a:pPr lvl="0">
              <a:spcBef>
                <a:spcPts val="0"/>
              </a:spcBef>
            </a:pPr>
            <a:endParaRPr lang="zh-TW" altLang="en-US" sz="160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number = rand();</a:t>
            </a:r>
          </a:p>
          <a:p>
            <a:pPr lvl="0">
              <a:spcBef>
                <a:spcPts val="0"/>
              </a:spcBef>
            </a:pPr>
            <a:endParaRPr lang="zh-TW" altLang="en-US" sz="160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cout </a:t>
            </a:r>
            <a:r>
              <a:rPr lang="en-US" altLang="zh-TW" sz="1600" dirty="0">
                <a:solidFill>
                  <a:srgbClr val="008080"/>
                </a:solidFill>
                <a:latin typeface="Lucida Console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A31515"/>
                </a:solidFill>
                <a:latin typeface="Lucida Console"/>
                <a:ea typeface="細明體" panose="02020509000000000000" pitchFamily="49" charset="-120"/>
              </a:rPr>
              <a:t>"The number of digits of "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latin typeface="Lucida Console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number </a:t>
            </a:r>
            <a:r>
              <a:rPr lang="en-US" altLang="zh-TW" sz="1600" dirty="0">
                <a:solidFill>
                  <a:srgbClr val="008080"/>
                </a:solidFill>
                <a:latin typeface="Lucida Console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A31515"/>
                </a:solidFill>
                <a:latin typeface="Lucida Console"/>
                <a:ea typeface="細明體" panose="02020509000000000000" pitchFamily="49" charset="-120"/>
              </a:rPr>
              <a:t>" is "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</a:pPr>
            <a:endParaRPr lang="zh-TW" altLang="en-US" sz="160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cout </a:t>
            </a:r>
            <a:r>
              <a:rPr lang="en-US" altLang="zh-TW" sz="1600" dirty="0">
                <a:solidFill>
                  <a:srgbClr val="008080"/>
                </a:solidFill>
                <a:latin typeface="Lucida Console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numDigits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number ) </a:t>
            </a:r>
            <a:r>
              <a:rPr lang="en-US" altLang="zh-TW" sz="1600" dirty="0">
                <a:solidFill>
                  <a:srgbClr val="008080"/>
                </a:solidFill>
                <a:latin typeface="Lucida Console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endl </a:t>
            </a:r>
            <a:r>
              <a:rPr lang="en-US" altLang="zh-TW" sz="1600" dirty="0">
                <a:solidFill>
                  <a:srgbClr val="008080"/>
                </a:solidFill>
                <a:latin typeface="Lucida Console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endl;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idx="10"/>
          </p:nvPr>
        </p:nvSpPr>
        <p:spPr>
          <a:xfrm>
            <a:off x="971976" y="4149005"/>
            <a:ext cx="4896034" cy="1728012"/>
          </a:xfrm>
        </p:spPr>
        <p:txBody>
          <a:bodyPr lIns="36000" tIns="0"/>
          <a:lstStyle/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numDigits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number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sz="160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number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&lt; 10 )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return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1;</a:t>
            </a:r>
          </a:p>
          <a:p>
            <a:pPr lvl="0">
              <a:spcBef>
                <a:spcPts val="0"/>
              </a:spcBef>
            </a:pPr>
            <a:r>
              <a:rPr lang="zh-TW" altLang="en-US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return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1 + </a:t>
            </a:r>
            <a:r>
              <a:rPr lang="en-US" altLang="zh-TW" sz="160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numDigits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sz="160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number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/ 10 );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}</a:t>
            </a:r>
            <a:endParaRPr lang="zh-TW" altLang="en-US" sz="1600" dirty="0">
              <a:solidFill>
                <a:srgbClr val="000000"/>
              </a:solidFill>
              <a:latin typeface="Lucida Console"/>
            </a:endParaRPr>
          </a:p>
        </p:txBody>
      </p:sp>
      <p:sp>
        <p:nvSpPr>
          <p:cNvPr id="5" name="Text Box 11"/>
          <p:cNvSpPr txBox="1">
            <a:spLocks noChangeArrowheads="1"/>
          </p:cNvSpPr>
          <p:nvPr/>
        </p:nvSpPr>
        <p:spPr bwMode="auto">
          <a:xfrm>
            <a:off x="3419992" y="2852996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18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</a:p>
        </p:txBody>
      </p:sp>
      <p:sp>
        <p:nvSpPr>
          <p:cNvPr id="6" name="Text Box 11"/>
          <p:cNvSpPr txBox="1">
            <a:spLocks noChangeArrowheads="1"/>
          </p:cNvSpPr>
          <p:nvPr/>
        </p:nvSpPr>
        <p:spPr bwMode="auto">
          <a:xfrm>
            <a:off x="3419992" y="3861003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18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826480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9972" y="548980"/>
            <a:ext cx="7344051" cy="2592018"/>
          </a:xfrm>
        </p:spPr>
        <p:txBody>
          <a:bodyPr lIns="108000" tIns="108000"/>
          <a:lstStyle/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sz="160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srand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static_cast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&lt;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&gt;( time( 0 ) ) );</a:t>
            </a:r>
          </a:p>
          <a:p>
            <a:pPr lvl="0">
              <a:spcBef>
                <a:spcPts val="0"/>
              </a:spcBef>
            </a:pPr>
            <a:endParaRPr lang="zh-TW" altLang="en-US" sz="160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number = rand();</a:t>
            </a:r>
          </a:p>
          <a:p>
            <a:pPr lvl="0">
              <a:spcBef>
                <a:spcPts val="0"/>
              </a:spcBef>
            </a:pPr>
            <a:endParaRPr lang="zh-TW" altLang="en-US" sz="160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cout </a:t>
            </a:r>
            <a:r>
              <a:rPr lang="en-US" altLang="zh-TW" sz="1600" dirty="0">
                <a:solidFill>
                  <a:srgbClr val="008080"/>
                </a:solidFill>
                <a:latin typeface="Lucida Console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A31515"/>
                </a:solidFill>
                <a:latin typeface="Lucida Console"/>
                <a:ea typeface="細明體" panose="02020509000000000000" pitchFamily="49" charset="-120"/>
              </a:rPr>
              <a:t>"The number of digits of "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latin typeface="Lucida Console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number </a:t>
            </a:r>
            <a:r>
              <a:rPr lang="en-US" altLang="zh-TW" sz="1600" dirty="0">
                <a:solidFill>
                  <a:srgbClr val="008080"/>
                </a:solidFill>
                <a:latin typeface="Lucida Console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A31515"/>
                </a:solidFill>
                <a:latin typeface="Lucida Console"/>
                <a:ea typeface="細明體" panose="02020509000000000000" pitchFamily="49" charset="-120"/>
              </a:rPr>
              <a:t>" is "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</a:pPr>
            <a:endParaRPr lang="zh-TW" altLang="en-US" sz="160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cout </a:t>
            </a:r>
            <a:r>
              <a:rPr lang="en-US" altLang="zh-TW" sz="1600" dirty="0">
                <a:solidFill>
                  <a:srgbClr val="008080"/>
                </a:solidFill>
                <a:latin typeface="Lucida Console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numDigits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number ) </a:t>
            </a:r>
            <a:r>
              <a:rPr lang="en-US" altLang="zh-TW" sz="1600" dirty="0">
                <a:solidFill>
                  <a:srgbClr val="008080"/>
                </a:solidFill>
                <a:latin typeface="Lucida Console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endl </a:t>
            </a:r>
            <a:r>
              <a:rPr lang="en-US" altLang="zh-TW" sz="1600" dirty="0">
                <a:solidFill>
                  <a:srgbClr val="008080"/>
                </a:solidFill>
                <a:latin typeface="Lucida Console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endl;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idx="10"/>
          </p:nvPr>
        </p:nvSpPr>
        <p:spPr>
          <a:xfrm>
            <a:off x="971976" y="4149005"/>
            <a:ext cx="4896034" cy="1728012"/>
          </a:xfrm>
        </p:spPr>
        <p:txBody>
          <a:bodyPr lIns="36000" tIns="0"/>
          <a:lstStyle/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numDigits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number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sz="160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number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&lt; 10 )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return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1;</a:t>
            </a:r>
          </a:p>
          <a:p>
            <a:pPr lvl="0">
              <a:spcBef>
                <a:spcPts val="0"/>
              </a:spcBef>
            </a:pPr>
            <a:r>
              <a:rPr lang="zh-TW" altLang="en-US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return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1 + </a:t>
            </a:r>
            <a:r>
              <a:rPr lang="en-US" altLang="zh-TW" sz="160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numDigits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sz="160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number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/ 10 );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}</a:t>
            </a:r>
            <a:endParaRPr lang="zh-TW" altLang="en-US" sz="1600" dirty="0">
              <a:solidFill>
                <a:srgbClr val="000000"/>
              </a:solidFill>
              <a:latin typeface="Lucida Console"/>
            </a:endParaRPr>
          </a:p>
        </p:txBody>
      </p:sp>
      <p:sp>
        <p:nvSpPr>
          <p:cNvPr id="5" name="Text Box 11"/>
          <p:cNvSpPr txBox="1">
            <a:spLocks noChangeArrowheads="1"/>
          </p:cNvSpPr>
          <p:nvPr/>
        </p:nvSpPr>
        <p:spPr bwMode="auto">
          <a:xfrm>
            <a:off x="3419992" y="2852996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18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  <p:sp>
        <p:nvSpPr>
          <p:cNvPr id="6" name="Text Box 11"/>
          <p:cNvSpPr txBox="1">
            <a:spLocks noChangeArrowheads="1"/>
          </p:cNvSpPr>
          <p:nvPr/>
        </p:nvSpPr>
        <p:spPr bwMode="auto">
          <a:xfrm>
            <a:off x="3419992" y="3861003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18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  <p:sp>
        <p:nvSpPr>
          <p:cNvPr id="7" name="Text Box 11"/>
          <p:cNvSpPr txBox="1">
            <a:spLocks noChangeArrowheads="1"/>
          </p:cNvSpPr>
          <p:nvPr/>
        </p:nvSpPr>
        <p:spPr bwMode="auto">
          <a:xfrm>
            <a:off x="4427999" y="5013011"/>
            <a:ext cx="576000" cy="288000"/>
          </a:xfrm>
          <a:prstGeom prst="rect">
            <a:avLst/>
          </a:prstGeom>
          <a:noFill/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wrap="none" tIns="144000" rIns="72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7064436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9972" y="548980"/>
            <a:ext cx="7344051" cy="2592018"/>
          </a:xfrm>
        </p:spPr>
        <p:txBody>
          <a:bodyPr lIns="108000" tIns="108000"/>
          <a:lstStyle/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sz="160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srand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static_cast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&lt;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&gt;( time( 0 ) ) );</a:t>
            </a:r>
          </a:p>
          <a:p>
            <a:pPr lvl="0">
              <a:spcBef>
                <a:spcPts val="0"/>
              </a:spcBef>
            </a:pPr>
            <a:endParaRPr lang="zh-TW" altLang="en-US" sz="160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number = rand();</a:t>
            </a:r>
          </a:p>
          <a:p>
            <a:pPr lvl="0">
              <a:spcBef>
                <a:spcPts val="0"/>
              </a:spcBef>
            </a:pPr>
            <a:endParaRPr lang="zh-TW" altLang="en-US" sz="160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cout </a:t>
            </a:r>
            <a:r>
              <a:rPr lang="en-US" altLang="zh-TW" sz="1600" dirty="0">
                <a:solidFill>
                  <a:srgbClr val="008080"/>
                </a:solidFill>
                <a:latin typeface="Lucida Console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A31515"/>
                </a:solidFill>
                <a:latin typeface="Lucida Console"/>
                <a:ea typeface="細明體" panose="02020509000000000000" pitchFamily="49" charset="-120"/>
              </a:rPr>
              <a:t>"The number of digits of "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latin typeface="Lucida Console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number </a:t>
            </a:r>
            <a:r>
              <a:rPr lang="en-US" altLang="zh-TW" sz="1600" dirty="0">
                <a:solidFill>
                  <a:srgbClr val="008080"/>
                </a:solidFill>
                <a:latin typeface="Lucida Console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A31515"/>
                </a:solidFill>
                <a:latin typeface="Lucida Console"/>
                <a:ea typeface="細明體" panose="02020509000000000000" pitchFamily="49" charset="-120"/>
              </a:rPr>
              <a:t>" is "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</a:pPr>
            <a:endParaRPr lang="zh-TW" altLang="en-US" sz="160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cout </a:t>
            </a:r>
            <a:r>
              <a:rPr lang="en-US" altLang="zh-TW" sz="1600" dirty="0">
                <a:solidFill>
                  <a:srgbClr val="008080"/>
                </a:solidFill>
                <a:latin typeface="Lucida Console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numDigits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number ) </a:t>
            </a:r>
            <a:r>
              <a:rPr lang="en-US" altLang="zh-TW" sz="1600" dirty="0">
                <a:solidFill>
                  <a:srgbClr val="008080"/>
                </a:solidFill>
                <a:latin typeface="Lucida Console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endl </a:t>
            </a:r>
            <a:r>
              <a:rPr lang="en-US" altLang="zh-TW" sz="1600" dirty="0">
                <a:solidFill>
                  <a:srgbClr val="008080"/>
                </a:solidFill>
                <a:latin typeface="Lucida Console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endl;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idx="10"/>
          </p:nvPr>
        </p:nvSpPr>
        <p:spPr>
          <a:xfrm>
            <a:off x="971976" y="4149005"/>
            <a:ext cx="4896034" cy="1728012"/>
          </a:xfrm>
        </p:spPr>
        <p:txBody>
          <a:bodyPr lIns="36000" tIns="0"/>
          <a:lstStyle/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numDigits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number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sz="160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number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&lt; 10 )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return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1;</a:t>
            </a:r>
          </a:p>
          <a:p>
            <a:pPr lvl="0">
              <a:spcBef>
                <a:spcPts val="0"/>
              </a:spcBef>
            </a:pPr>
            <a:r>
              <a:rPr lang="zh-TW" altLang="en-US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return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1 + </a:t>
            </a:r>
            <a:r>
              <a:rPr lang="en-US" altLang="zh-TW" sz="160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numDigits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sz="160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number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/ 10 );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}</a:t>
            </a:r>
            <a:endParaRPr lang="zh-TW" altLang="en-US" sz="1600" dirty="0">
              <a:solidFill>
                <a:srgbClr val="000000"/>
              </a:solidFill>
              <a:latin typeface="Lucida Console"/>
            </a:endParaRPr>
          </a:p>
        </p:txBody>
      </p:sp>
      <p:sp>
        <p:nvSpPr>
          <p:cNvPr id="5" name="Text Box 11"/>
          <p:cNvSpPr txBox="1">
            <a:spLocks noChangeArrowheads="1"/>
          </p:cNvSpPr>
          <p:nvPr/>
        </p:nvSpPr>
        <p:spPr bwMode="auto">
          <a:xfrm>
            <a:off x="3419992" y="2852996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18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6" name="Text Box 11"/>
          <p:cNvSpPr txBox="1">
            <a:spLocks noChangeArrowheads="1"/>
          </p:cNvSpPr>
          <p:nvPr/>
        </p:nvSpPr>
        <p:spPr bwMode="auto">
          <a:xfrm>
            <a:off x="3419992" y="3861003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18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7" name="Text Box 11"/>
          <p:cNvSpPr txBox="1">
            <a:spLocks noChangeArrowheads="1"/>
          </p:cNvSpPr>
          <p:nvPr/>
        </p:nvSpPr>
        <p:spPr bwMode="auto">
          <a:xfrm>
            <a:off x="4427999" y="5013011"/>
            <a:ext cx="576000" cy="288000"/>
          </a:xfrm>
          <a:prstGeom prst="rect">
            <a:avLst/>
          </a:prstGeom>
          <a:noFill/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wrap="none" tIns="144000" rIns="72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</p:spTree>
    <p:extLst>
      <p:ext uri="{BB962C8B-B14F-4D97-AF65-F5344CB8AC3E}">
        <p14:creationId xmlns:p14="http://schemas.microsoft.com/office/powerpoint/2010/main" val="3906233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3"/>
          <p:cNvSpPr txBox="1">
            <a:spLocks/>
          </p:cNvSpPr>
          <p:nvPr/>
        </p:nvSpPr>
        <p:spPr bwMode="auto">
          <a:xfrm>
            <a:off x="395971" y="404979"/>
            <a:ext cx="5040461" cy="100800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44000" tIns="0" rIns="90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400" b="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sz="1600" kern="0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number = </a:t>
            </a:r>
            <a:r>
              <a:rPr lang="en-US" altLang="zh-TW" sz="1600" kern="0" dirty="0">
                <a:solidFill>
                  <a:srgbClr val="0099FF"/>
                </a:solidFill>
                <a:latin typeface="+mn-lt"/>
              </a:rPr>
              <a:t>789</a:t>
            </a: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cout </a:t>
            </a:r>
            <a:r>
              <a:rPr lang="en-US" altLang="zh-TW" sz="1600" dirty="0">
                <a:solidFill>
                  <a:srgbClr val="008080"/>
                </a:solidFill>
                <a:latin typeface="+mn-lt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numDigits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( number ) </a:t>
            </a:r>
            <a:r>
              <a:rPr lang="en-US" altLang="zh-TW" sz="1600" dirty="0">
                <a:solidFill>
                  <a:srgbClr val="008080"/>
                </a:solidFill>
                <a:latin typeface="+mn-lt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endl;</a:t>
            </a:r>
            <a:endParaRPr lang="en-US" altLang="zh-TW" sz="1600" kern="0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副標題 3"/>
          <p:cNvSpPr txBox="1">
            <a:spLocks/>
          </p:cNvSpPr>
          <p:nvPr/>
        </p:nvSpPr>
        <p:spPr bwMode="auto">
          <a:xfrm>
            <a:off x="683973" y="1700988"/>
            <a:ext cx="5040546" cy="144000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if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&lt; 10 )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 +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/ 10 );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}</a:t>
            </a:r>
            <a:endParaRPr lang="en-US" altLang="zh-TW" sz="1600" b="0" kern="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  <a:cs typeface="Times New Roman" pitchFamily="18" charset="0"/>
            </a:endParaRP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3275991" y="692981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7" name="副標題 3"/>
          <p:cNvSpPr txBox="1">
            <a:spLocks/>
          </p:cNvSpPr>
          <p:nvPr/>
        </p:nvSpPr>
        <p:spPr bwMode="auto">
          <a:xfrm>
            <a:off x="1691980" y="3429000"/>
            <a:ext cx="5040546" cy="144000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if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&lt; 10 )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 +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/ 10 );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}</a:t>
            </a:r>
            <a:endParaRPr lang="en-US" altLang="zh-TW" sz="1600" b="0" kern="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  <a:cs typeface="Times New Roman" pitchFamily="18" charset="0"/>
            </a:endParaRPr>
          </a:p>
        </p:txBody>
      </p:sp>
      <p:sp>
        <p:nvSpPr>
          <p:cNvPr id="18" name="副標題 3"/>
          <p:cNvSpPr txBox="1">
            <a:spLocks/>
          </p:cNvSpPr>
          <p:nvPr/>
        </p:nvSpPr>
        <p:spPr bwMode="auto">
          <a:xfrm>
            <a:off x="2843988" y="5157012"/>
            <a:ext cx="5040546" cy="144000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if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&lt; 10 )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 +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/ 10 );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}</a:t>
            </a:r>
            <a:endParaRPr lang="en-US" altLang="zh-TW" sz="1600" b="0" kern="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  <a:cs typeface="Times New Roman" pitchFamily="18" charset="0"/>
            </a:endParaRP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2267984" y="126898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13604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3"/>
          <p:cNvSpPr txBox="1">
            <a:spLocks/>
          </p:cNvSpPr>
          <p:nvPr/>
        </p:nvSpPr>
        <p:spPr bwMode="auto">
          <a:xfrm>
            <a:off x="395971" y="404979"/>
            <a:ext cx="5040461" cy="100800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44000" tIns="0" rIns="90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400" b="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sz="1600" kern="0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number = </a:t>
            </a:r>
            <a:r>
              <a:rPr lang="en-US" altLang="zh-TW" sz="1600" kern="0" dirty="0">
                <a:solidFill>
                  <a:srgbClr val="0099FF"/>
                </a:solidFill>
                <a:latin typeface="+mn-lt"/>
              </a:rPr>
              <a:t>789</a:t>
            </a: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cout </a:t>
            </a:r>
            <a:r>
              <a:rPr lang="en-US" altLang="zh-TW" sz="1600" dirty="0">
                <a:solidFill>
                  <a:srgbClr val="008080"/>
                </a:solidFill>
                <a:latin typeface="+mn-lt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numDigits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( number ) </a:t>
            </a:r>
            <a:r>
              <a:rPr lang="en-US" altLang="zh-TW" sz="1600" dirty="0">
                <a:solidFill>
                  <a:srgbClr val="008080"/>
                </a:solidFill>
                <a:latin typeface="+mn-lt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endl;</a:t>
            </a:r>
            <a:endParaRPr lang="en-US" altLang="zh-TW" sz="1600" kern="0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副標題 3"/>
          <p:cNvSpPr txBox="1">
            <a:spLocks/>
          </p:cNvSpPr>
          <p:nvPr/>
        </p:nvSpPr>
        <p:spPr bwMode="auto">
          <a:xfrm>
            <a:off x="683973" y="1700988"/>
            <a:ext cx="5040546" cy="144000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if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&lt; 10 )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 +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/ 10 );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}</a:t>
            </a:r>
            <a:endParaRPr lang="en-US" altLang="zh-TW" sz="1600" b="0" kern="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  <a:cs typeface="Times New Roman" pitchFamily="18" charset="0"/>
            </a:endParaRP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3275991" y="692981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7" name="副標題 3"/>
          <p:cNvSpPr txBox="1">
            <a:spLocks/>
          </p:cNvSpPr>
          <p:nvPr/>
        </p:nvSpPr>
        <p:spPr bwMode="auto">
          <a:xfrm>
            <a:off x="1691980" y="3429000"/>
            <a:ext cx="5040546" cy="144000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if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&lt; 10 )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 +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/ 10 );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}</a:t>
            </a:r>
            <a:endParaRPr lang="en-US" altLang="zh-TW" sz="1600" b="0" kern="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  <a:cs typeface="Times New Roman" pitchFamily="18" charset="0"/>
            </a:endParaRPr>
          </a:p>
        </p:txBody>
      </p:sp>
      <p:sp>
        <p:nvSpPr>
          <p:cNvPr id="18" name="副標題 3"/>
          <p:cNvSpPr txBox="1">
            <a:spLocks/>
          </p:cNvSpPr>
          <p:nvPr/>
        </p:nvSpPr>
        <p:spPr bwMode="auto">
          <a:xfrm>
            <a:off x="2843988" y="5157012"/>
            <a:ext cx="5040546" cy="144000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if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&lt; 10 )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 +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/ 10 );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}</a:t>
            </a:r>
            <a:endParaRPr lang="en-US" altLang="zh-TW" sz="1600" b="0" kern="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  <a:cs typeface="Times New Roman" pitchFamily="18" charset="0"/>
            </a:endParaRP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3275991" y="692981"/>
            <a:ext cx="576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3276501" y="1557225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2267984" y="126898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4283998" y="2420993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27" name="Text Box 11"/>
          <p:cNvSpPr txBox="1">
            <a:spLocks noChangeArrowheads="1"/>
          </p:cNvSpPr>
          <p:nvPr/>
        </p:nvSpPr>
        <p:spPr bwMode="auto">
          <a:xfrm>
            <a:off x="3275991" y="2996997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390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7.40741E-7 L 3.05556E-6 0.1259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2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3"/>
          <p:cNvSpPr txBox="1">
            <a:spLocks/>
          </p:cNvSpPr>
          <p:nvPr/>
        </p:nvSpPr>
        <p:spPr bwMode="auto">
          <a:xfrm>
            <a:off x="395971" y="404979"/>
            <a:ext cx="5040461" cy="100800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44000" tIns="0" rIns="90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400" b="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sz="1600" kern="0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number = </a:t>
            </a:r>
            <a:r>
              <a:rPr lang="en-US" altLang="zh-TW" sz="1600" kern="0" dirty="0">
                <a:solidFill>
                  <a:srgbClr val="0099FF"/>
                </a:solidFill>
                <a:latin typeface="+mn-lt"/>
              </a:rPr>
              <a:t>789</a:t>
            </a: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cout </a:t>
            </a:r>
            <a:r>
              <a:rPr lang="en-US" altLang="zh-TW" sz="1600" dirty="0">
                <a:solidFill>
                  <a:srgbClr val="008080"/>
                </a:solidFill>
                <a:latin typeface="+mn-lt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numDigits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( number ) </a:t>
            </a:r>
            <a:r>
              <a:rPr lang="en-US" altLang="zh-TW" sz="1600" dirty="0">
                <a:solidFill>
                  <a:srgbClr val="008080"/>
                </a:solidFill>
                <a:latin typeface="+mn-lt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endl;</a:t>
            </a:r>
            <a:endParaRPr lang="en-US" altLang="zh-TW" sz="1600" kern="0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副標題 3"/>
          <p:cNvSpPr txBox="1">
            <a:spLocks/>
          </p:cNvSpPr>
          <p:nvPr/>
        </p:nvSpPr>
        <p:spPr bwMode="auto">
          <a:xfrm>
            <a:off x="683973" y="1700988"/>
            <a:ext cx="5040546" cy="144000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if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&lt; 10 )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 +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/ 10 );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}</a:t>
            </a:r>
            <a:endParaRPr lang="en-US" altLang="zh-TW" sz="1600" b="0" kern="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  <a:cs typeface="Times New Roman" pitchFamily="18" charset="0"/>
            </a:endParaRP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3275991" y="692981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7" name="副標題 3"/>
          <p:cNvSpPr txBox="1">
            <a:spLocks/>
          </p:cNvSpPr>
          <p:nvPr/>
        </p:nvSpPr>
        <p:spPr bwMode="auto">
          <a:xfrm>
            <a:off x="1691980" y="3429000"/>
            <a:ext cx="5040546" cy="144000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if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&lt; 10 )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 +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/ 10 );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}</a:t>
            </a:r>
            <a:endParaRPr lang="en-US" altLang="zh-TW" sz="1600" b="0" kern="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  <a:cs typeface="Times New Roman" pitchFamily="18" charset="0"/>
            </a:endParaRPr>
          </a:p>
        </p:txBody>
      </p:sp>
      <p:sp>
        <p:nvSpPr>
          <p:cNvPr id="18" name="副標題 3"/>
          <p:cNvSpPr txBox="1">
            <a:spLocks/>
          </p:cNvSpPr>
          <p:nvPr/>
        </p:nvSpPr>
        <p:spPr bwMode="auto">
          <a:xfrm>
            <a:off x="2843988" y="5157012"/>
            <a:ext cx="5040546" cy="144000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if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&lt; 10 )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 +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/ 10 );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}</a:t>
            </a:r>
            <a:endParaRPr lang="en-US" altLang="zh-TW" sz="1600" b="0" kern="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  <a:cs typeface="Times New Roman" pitchFamily="18" charset="0"/>
            </a:endParaRP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3276501" y="1557225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2267984" y="126898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4283998" y="2420993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  <p:sp>
        <p:nvSpPr>
          <p:cNvPr id="27" name="Text Box 11"/>
          <p:cNvSpPr txBox="1">
            <a:spLocks noChangeArrowheads="1"/>
          </p:cNvSpPr>
          <p:nvPr/>
        </p:nvSpPr>
        <p:spPr bwMode="auto">
          <a:xfrm>
            <a:off x="3275991" y="2996997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015713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3"/>
          <p:cNvSpPr txBox="1">
            <a:spLocks/>
          </p:cNvSpPr>
          <p:nvPr/>
        </p:nvSpPr>
        <p:spPr bwMode="auto">
          <a:xfrm>
            <a:off x="395971" y="404979"/>
            <a:ext cx="5040461" cy="100800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44000" tIns="0" rIns="90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400" b="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sz="1600" kern="0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number = </a:t>
            </a:r>
            <a:r>
              <a:rPr lang="en-US" altLang="zh-TW" sz="1600" kern="0" dirty="0">
                <a:solidFill>
                  <a:srgbClr val="0099FF"/>
                </a:solidFill>
                <a:latin typeface="+mn-lt"/>
              </a:rPr>
              <a:t>789</a:t>
            </a: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cout </a:t>
            </a:r>
            <a:r>
              <a:rPr lang="en-US" altLang="zh-TW" sz="1600" dirty="0">
                <a:solidFill>
                  <a:srgbClr val="008080"/>
                </a:solidFill>
                <a:latin typeface="+mn-lt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numDigits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( number ) </a:t>
            </a:r>
            <a:r>
              <a:rPr lang="en-US" altLang="zh-TW" sz="1600" dirty="0">
                <a:solidFill>
                  <a:srgbClr val="008080"/>
                </a:solidFill>
                <a:latin typeface="+mn-lt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endl;</a:t>
            </a:r>
            <a:endParaRPr lang="en-US" altLang="zh-TW" sz="1600" kern="0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副標題 3"/>
          <p:cNvSpPr txBox="1">
            <a:spLocks/>
          </p:cNvSpPr>
          <p:nvPr/>
        </p:nvSpPr>
        <p:spPr bwMode="auto">
          <a:xfrm>
            <a:off x="683973" y="1700988"/>
            <a:ext cx="5040546" cy="144000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if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&lt; 10 )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 +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/ 10 );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}</a:t>
            </a:r>
            <a:endParaRPr lang="en-US" altLang="zh-TW" sz="1600" b="0" kern="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  <a:cs typeface="Times New Roman" pitchFamily="18" charset="0"/>
            </a:endParaRP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3276501" y="1557225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283998" y="3284999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3275991" y="692981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4283998" y="2420993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  <p:sp>
        <p:nvSpPr>
          <p:cNvPr id="17" name="副標題 3"/>
          <p:cNvSpPr txBox="1">
            <a:spLocks/>
          </p:cNvSpPr>
          <p:nvPr/>
        </p:nvSpPr>
        <p:spPr bwMode="auto">
          <a:xfrm>
            <a:off x="1691980" y="3429000"/>
            <a:ext cx="5040546" cy="144000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if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&lt; 10 )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 +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/ 10 );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}</a:t>
            </a:r>
            <a:endParaRPr lang="en-US" altLang="zh-TW" sz="1600" b="0" kern="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  <a:cs typeface="Times New Roman" pitchFamily="18" charset="0"/>
            </a:endParaRPr>
          </a:p>
        </p:txBody>
      </p:sp>
      <p:sp>
        <p:nvSpPr>
          <p:cNvPr id="18" name="副標題 3"/>
          <p:cNvSpPr txBox="1">
            <a:spLocks/>
          </p:cNvSpPr>
          <p:nvPr/>
        </p:nvSpPr>
        <p:spPr bwMode="auto">
          <a:xfrm>
            <a:off x="2843988" y="5157012"/>
            <a:ext cx="5040546" cy="144000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if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&lt; 10 )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 +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/ 10 );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}</a:t>
            </a:r>
            <a:endParaRPr lang="en-US" altLang="zh-TW" sz="1600" b="0" kern="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  <a:cs typeface="Times New Roman" pitchFamily="18" charset="0"/>
            </a:endParaRP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4283998" y="2420993"/>
            <a:ext cx="576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3275991" y="2996997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2267984" y="126898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5580007" y="414900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4427999" y="4725009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68919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2.59259E-6 L 0 0.1261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2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3"/>
          <p:cNvSpPr txBox="1">
            <a:spLocks/>
          </p:cNvSpPr>
          <p:nvPr/>
        </p:nvSpPr>
        <p:spPr bwMode="auto">
          <a:xfrm>
            <a:off x="395971" y="404979"/>
            <a:ext cx="5040461" cy="100800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44000" tIns="0" rIns="90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400" b="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sz="1600" kern="0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number = </a:t>
            </a:r>
            <a:r>
              <a:rPr lang="en-US" altLang="zh-TW" sz="1600" kern="0" dirty="0">
                <a:solidFill>
                  <a:srgbClr val="0099FF"/>
                </a:solidFill>
                <a:latin typeface="+mn-lt"/>
              </a:rPr>
              <a:t>789</a:t>
            </a: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cout </a:t>
            </a:r>
            <a:r>
              <a:rPr lang="en-US" altLang="zh-TW" sz="1600" dirty="0">
                <a:solidFill>
                  <a:srgbClr val="008080"/>
                </a:solidFill>
                <a:latin typeface="+mn-lt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numDigits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( number ) </a:t>
            </a:r>
            <a:r>
              <a:rPr lang="en-US" altLang="zh-TW" sz="1600" dirty="0">
                <a:solidFill>
                  <a:srgbClr val="008080"/>
                </a:solidFill>
                <a:latin typeface="+mn-lt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endl;</a:t>
            </a:r>
            <a:endParaRPr lang="en-US" altLang="zh-TW" sz="1600" kern="0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副標題 3"/>
          <p:cNvSpPr txBox="1">
            <a:spLocks/>
          </p:cNvSpPr>
          <p:nvPr/>
        </p:nvSpPr>
        <p:spPr bwMode="auto">
          <a:xfrm>
            <a:off x="683973" y="1700988"/>
            <a:ext cx="5040546" cy="144000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if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&lt; 10 )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 +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/ 10 );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}</a:t>
            </a:r>
            <a:endParaRPr lang="en-US" altLang="zh-TW" sz="1600" b="0" kern="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  <a:cs typeface="Times New Roman" pitchFamily="18" charset="0"/>
            </a:endParaRP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3276501" y="1557225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283998" y="3284999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3275991" y="692981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4283998" y="2420993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  <p:sp>
        <p:nvSpPr>
          <p:cNvPr id="17" name="副標題 3"/>
          <p:cNvSpPr txBox="1">
            <a:spLocks/>
          </p:cNvSpPr>
          <p:nvPr/>
        </p:nvSpPr>
        <p:spPr bwMode="auto">
          <a:xfrm>
            <a:off x="1691980" y="3429000"/>
            <a:ext cx="5040546" cy="144000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if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&lt; 10 )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 +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/ 10 );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}</a:t>
            </a:r>
            <a:endParaRPr lang="en-US" altLang="zh-TW" sz="1600" b="0" kern="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  <a:cs typeface="Times New Roman" pitchFamily="18" charset="0"/>
            </a:endParaRPr>
          </a:p>
        </p:txBody>
      </p:sp>
      <p:sp>
        <p:nvSpPr>
          <p:cNvPr id="18" name="副標題 3"/>
          <p:cNvSpPr txBox="1">
            <a:spLocks/>
          </p:cNvSpPr>
          <p:nvPr/>
        </p:nvSpPr>
        <p:spPr bwMode="auto">
          <a:xfrm>
            <a:off x="2843988" y="5157012"/>
            <a:ext cx="5040546" cy="144000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if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&lt; 10 )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 +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/ 10 );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}</a:t>
            </a:r>
            <a:endParaRPr lang="en-US" altLang="zh-TW" sz="1600" b="0" kern="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  <a:cs typeface="Times New Roman" pitchFamily="18" charset="0"/>
            </a:endParaRP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3275991" y="2996997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2267984" y="126898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5580007" y="414900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</a:p>
        </p:txBody>
      </p:sp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4427999" y="4725009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819484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3"/>
          <p:cNvSpPr txBox="1">
            <a:spLocks/>
          </p:cNvSpPr>
          <p:nvPr/>
        </p:nvSpPr>
        <p:spPr bwMode="auto">
          <a:xfrm>
            <a:off x="395971" y="404979"/>
            <a:ext cx="5040461" cy="100800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44000" tIns="0" rIns="90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400" b="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sz="1600" kern="0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number = </a:t>
            </a:r>
            <a:r>
              <a:rPr lang="en-US" altLang="zh-TW" sz="1600" kern="0" dirty="0">
                <a:solidFill>
                  <a:srgbClr val="0099FF"/>
                </a:solidFill>
                <a:latin typeface="+mn-lt"/>
              </a:rPr>
              <a:t>789</a:t>
            </a: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cout </a:t>
            </a:r>
            <a:r>
              <a:rPr lang="en-US" altLang="zh-TW" sz="1600" dirty="0">
                <a:solidFill>
                  <a:srgbClr val="008080"/>
                </a:solidFill>
                <a:latin typeface="+mn-lt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numDigits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( number ) </a:t>
            </a:r>
            <a:r>
              <a:rPr lang="en-US" altLang="zh-TW" sz="1600" dirty="0">
                <a:solidFill>
                  <a:srgbClr val="008080"/>
                </a:solidFill>
                <a:latin typeface="+mn-lt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endl;</a:t>
            </a:r>
            <a:endParaRPr lang="en-US" altLang="zh-TW" sz="1600" kern="0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副標題 3"/>
          <p:cNvSpPr txBox="1">
            <a:spLocks/>
          </p:cNvSpPr>
          <p:nvPr/>
        </p:nvSpPr>
        <p:spPr bwMode="auto">
          <a:xfrm>
            <a:off x="683973" y="1700988"/>
            <a:ext cx="5040546" cy="144000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if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&lt; 10 )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 +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/ 10 );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}</a:t>
            </a:r>
            <a:endParaRPr lang="en-US" altLang="zh-TW" sz="1600" b="0" kern="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  <a:cs typeface="Times New Roman" pitchFamily="18" charset="0"/>
            </a:endParaRP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3276501" y="1557225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283998" y="3284999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3275991" y="692981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4283998" y="2420993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  <p:sp>
        <p:nvSpPr>
          <p:cNvPr id="17" name="副標題 3"/>
          <p:cNvSpPr txBox="1">
            <a:spLocks/>
          </p:cNvSpPr>
          <p:nvPr/>
        </p:nvSpPr>
        <p:spPr bwMode="auto">
          <a:xfrm>
            <a:off x="1691980" y="3429000"/>
            <a:ext cx="5040546" cy="144000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if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&lt; 10 )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 +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/ 10 );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}</a:t>
            </a:r>
            <a:endParaRPr lang="en-US" altLang="zh-TW" sz="1600" b="0" kern="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  <a:cs typeface="Times New Roman" pitchFamily="18" charset="0"/>
            </a:endParaRPr>
          </a:p>
        </p:txBody>
      </p:sp>
      <p:sp>
        <p:nvSpPr>
          <p:cNvPr id="18" name="副標題 3"/>
          <p:cNvSpPr txBox="1">
            <a:spLocks/>
          </p:cNvSpPr>
          <p:nvPr/>
        </p:nvSpPr>
        <p:spPr bwMode="auto">
          <a:xfrm>
            <a:off x="2843988" y="5157012"/>
            <a:ext cx="5040546" cy="144000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if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&lt; 10 )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 +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/ 10 );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}</a:t>
            </a:r>
            <a:endParaRPr lang="en-US" altLang="zh-TW" sz="1600" b="0" kern="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  <a:cs typeface="Times New Roman" pitchFamily="18" charset="0"/>
            </a:endParaRPr>
          </a:p>
        </p:txBody>
      </p:sp>
      <p:sp>
        <p:nvSpPr>
          <p:cNvPr id="19" name="Text Box 11"/>
          <p:cNvSpPr txBox="1">
            <a:spLocks noChangeArrowheads="1"/>
          </p:cNvSpPr>
          <p:nvPr/>
        </p:nvSpPr>
        <p:spPr bwMode="auto">
          <a:xfrm>
            <a:off x="5580007" y="5013011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5580007" y="414900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5580007" y="4149005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3275991" y="2996997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2267984" y="126898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4860002" y="5877017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4427999" y="4725009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24045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4.07407E-6 L 0.00017 0.1261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2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3"/>
          <p:cNvSpPr txBox="1">
            <a:spLocks/>
          </p:cNvSpPr>
          <p:nvPr/>
        </p:nvSpPr>
        <p:spPr bwMode="auto">
          <a:xfrm>
            <a:off x="395971" y="404979"/>
            <a:ext cx="5040461" cy="100800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44000" tIns="0" rIns="90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400" b="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sz="1600" kern="0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number = </a:t>
            </a:r>
            <a:r>
              <a:rPr lang="en-US" altLang="zh-TW" sz="1600" kern="0" dirty="0">
                <a:solidFill>
                  <a:srgbClr val="0099FF"/>
                </a:solidFill>
                <a:latin typeface="+mn-lt"/>
              </a:rPr>
              <a:t>789</a:t>
            </a: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cout </a:t>
            </a:r>
            <a:r>
              <a:rPr lang="en-US" altLang="zh-TW" sz="1600" dirty="0">
                <a:solidFill>
                  <a:srgbClr val="008080"/>
                </a:solidFill>
                <a:latin typeface="+mn-lt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numDigits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( number ) </a:t>
            </a:r>
            <a:r>
              <a:rPr lang="en-US" altLang="zh-TW" sz="1600" dirty="0">
                <a:solidFill>
                  <a:srgbClr val="008080"/>
                </a:solidFill>
                <a:latin typeface="+mn-lt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endl;</a:t>
            </a:r>
            <a:endParaRPr lang="en-US" altLang="zh-TW" sz="1600" kern="0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副標題 3"/>
          <p:cNvSpPr txBox="1">
            <a:spLocks/>
          </p:cNvSpPr>
          <p:nvPr/>
        </p:nvSpPr>
        <p:spPr bwMode="auto">
          <a:xfrm>
            <a:off x="683973" y="1700988"/>
            <a:ext cx="5040546" cy="144000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if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&lt; 10 )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 +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/ 10 );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}</a:t>
            </a:r>
            <a:endParaRPr lang="en-US" altLang="zh-TW" sz="1600" b="0" kern="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  <a:cs typeface="Times New Roman" pitchFamily="18" charset="0"/>
            </a:endParaRP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3276501" y="1557225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283998" y="3284999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3275991" y="692981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4283998" y="2420993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  <p:sp>
        <p:nvSpPr>
          <p:cNvPr id="17" name="副標題 3"/>
          <p:cNvSpPr txBox="1">
            <a:spLocks/>
          </p:cNvSpPr>
          <p:nvPr/>
        </p:nvSpPr>
        <p:spPr bwMode="auto">
          <a:xfrm>
            <a:off x="1691980" y="3429000"/>
            <a:ext cx="5040546" cy="144000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if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&lt; 10 )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 +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/ 10 );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}</a:t>
            </a:r>
            <a:endParaRPr lang="en-US" altLang="zh-TW" sz="1600" b="0" kern="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  <a:cs typeface="Times New Roman" pitchFamily="18" charset="0"/>
            </a:endParaRPr>
          </a:p>
        </p:txBody>
      </p:sp>
      <p:sp>
        <p:nvSpPr>
          <p:cNvPr id="18" name="副標題 3"/>
          <p:cNvSpPr txBox="1">
            <a:spLocks/>
          </p:cNvSpPr>
          <p:nvPr/>
        </p:nvSpPr>
        <p:spPr bwMode="auto">
          <a:xfrm>
            <a:off x="2843988" y="5157012"/>
            <a:ext cx="5040546" cy="144000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if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&lt; 10 )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 +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/ 10 );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}</a:t>
            </a:r>
            <a:endParaRPr lang="en-US" altLang="zh-TW" sz="1600" b="0" kern="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  <a:cs typeface="Times New Roman" pitchFamily="18" charset="0"/>
            </a:endParaRPr>
          </a:p>
        </p:txBody>
      </p:sp>
      <p:sp>
        <p:nvSpPr>
          <p:cNvPr id="19" name="Text Box 11"/>
          <p:cNvSpPr txBox="1">
            <a:spLocks noChangeArrowheads="1"/>
          </p:cNvSpPr>
          <p:nvPr/>
        </p:nvSpPr>
        <p:spPr bwMode="auto">
          <a:xfrm>
            <a:off x="5580007" y="5013011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</a:p>
        </p:txBody>
      </p:sp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5580007" y="414900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4427999" y="4725009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4860002" y="5877017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1</a:t>
            </a: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4860002" y="5877017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1</a:t>
            </a: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3275991" y="2996997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2267984" y="126898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30018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2.22222E-6 L -0.04722 -0.1678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61" y="-84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3"/>
          <p:cNvSpPr txBox="1">
            <a:spLocks/>
          </p:cNvSpPr>
          <p:nvPr/>
        </p:nvSpPr>
        <p:spPr bwMode="auto">
          <a:xfrm>
            <a:off x="395971" y="404979"/>
            <a:ext cx="5040461" cy="100800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44000" tIns="0" rIns="90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400" b="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sz="1600" kern="0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number = </a:t>
            </a:r>
            <a:r>
              <a:rPr lang="en-US" altLang="zh-TW" sz="1600" kern="0" dirty="0">
                <a:solidFill>
                  <a:srgbClr val="0099FF"/>
                </a:solidFill>
                <a:latin typeface="+mn-lt"/>
              </a:rPr>
              <a:t>789</a:t>
            </a: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cout </a:t>
            </a:r>
            <a:r>
              <a:rPr lang="en-US" altLang="zh-TW" sz="1600" dirty="0">
                <a:solidFill>
                  <a:srgbClr val="008080"/>
                </a:solidFill>
                <a:latin typeface="+mn-lt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numDigits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( number ) </a:t>
            </a:r>
            <a:r>
              <a:rPr lang="en-US" altLang="zh-TW" sz="1600" dirty="0">
                <a:solidFill>
                  <a:srgbClr val="008080"/>
                </a:solidFill>
                <a:latin typeface="+mn-lt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endl;</a:t>
            </a:r>
            <a:endParaRPr lang="en-US" altLang="zh-TW" sz="1600" kern="0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副標題 3"/>
          <p:cNvSpPr txBox="1">
            <a:spLocks/>
          </p:cNvSpPr>
          <p:nvPr/>
        </p:nvSpPr>
        <p:spPr bwMode="auto">
          <a:xfrm>
            <a:off x="683973" y="1700988"/>
            <a:ext cx="5040546" cy="144000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if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&lt; 10 )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 +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/ 10 );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}</a:t>
            </a:r>
            <a:endParaRPr lang="en-US" altLang="zh-TW" sz="1600" b="0" kern="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  <a:cs typeface="Times New Roman" pitchFamily="18" charset="0"/>
            </a:endParaRP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3276501" y="1557225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283998" y="3284999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3275991" y="692981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4283998" y="2420993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4860002" y="5877017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1</a:t>
            </a:r>
          </a:p>
        </p:txBody>
      </p:sp>
      <p:sp>
        <p:nvSpPr>
          <p:cNvPr id="17" name="副標題 3"/>
          <p:cNvSpPr txBox="1">
            <a:spLocks/>
          </p:cNvSpPr>
          <p:nvPr/>
        </p:nvSpPr>
        <p:spPr bwMode="auto">
          <a:xfrm>
            <a:off x="1691980" y="3429000"/>
            <a:ext cx="5040546" cy="144000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if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&lt; 10 )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 +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/ 10 );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}</a:t>
            </a:r>
            <a:endParaRPr lang="en-US" altLang="zh-TW" sz="1600" b="0" kern="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  <a:cs typeface="Times New Roman" pitchFamily="18" charset="0"/>
            </a:endParaRPr>
          </a:p>
        </p:txBody>
      </p:sp>
      <p:sp>
        <p:nvSpPr>
          <p:cNvPr id="18" name="副標題 3"/>
          <p:cNvSpPr txBox="1">
            <a:spLocks/>
          </p:cNvSpPr>
          <p:nvPr/>
        </p:nvSpPr>
        <p:spPr bwMode="auto">
          <a:xfrm>
            <a:off x="2843988" y="5157012"/>
            <a:ext cx="5040546" cy="144000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if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&lt; 10 )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 +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/ 10 );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}</a:t>
            </a:r>
            <a:endParaRPr lang="en-US" altLang="zh-TW" sz="1600" b="0" kern="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  <a:cs typeface="Times New Roman" pitchFamily="18" charset="0"/>
            </a:endParaRPr>
          </a:p>
        </p:txBody>
      </p:sp>
      <p:sp>
        <p:nvSpPr>
          <p:cNvPr id="19" name="Text Box 11"/>
          <p:cNvSpPr txBox="1">
            <a:spLocks noChangeArrowheads="1"/>
          </p:cNvSpPr>
          <p:nvPr/>
        </p:nvSpPr>
        <p:spPr bwMode="auto">
          <a:xfrm>
            <a:off x="5580007" y="5013011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</a:p>
        </p:txBody>
      </p:sp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5580007" y="414900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4427999" y="4725009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1</a:t>
            </a: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3275991" y="4725009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2</a:t>
            </a: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3275991" y="2996997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3275991" y="4725009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2</a:t>
            </a: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2267984" y="126898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67307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3.7037E-6 L 1.66667E-6 -0.2518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5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3"/>
          <p:cNvSpPr txBox="1">
            <a:spLocks/>
          </p:cNvSpPr>
          <p:nvPr/>
        </p:nvSpPr>
        <p:spPr bwMode="auto">
          <a:xfrm>
            <a:off x="395971" y="404979"/>
            <a:ext cx="5040461" cy="100800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44000" tIns="0" rIns="90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400" b="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sz="1600" kern="0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number = </a:t>
            </a:r>
            <a:r>
              <a:rPr lang="en-US" altLang="zh-TW" sz="1600" kern="0" dirty="0">
                <a:solidFill>
                  <a:srgbClr val="0099FF"/>
                </a:solidFill>
                <a:latin typeface="+mn-lt"/>
              </a:rPr>
              <a:t>789</a:t>
            </a: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cout </a:t>
            </a:r>
            <a:r>
              <a:rPr lang="en-US" altLang="zh-TW" sz="1600" dirty="0">
                <a:solidFill>
                  <a:srgbClr val="008080"/>
                </a:solidFill>
                <a:latin typeface="+mn-lt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numDigits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( number ) </a:t>
            </a:r>
            <a:r>
              <a:rPr lang="en-US" altLang="zh-TW" sz="1600" dirty="0">
                <a:solidFill>
                  <a:srgbClr val="008080"/>
                </a:solidFill>
                <a:latin typeface="+mn-lt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endl;</a:t>
            </a:r>
            <a:endParaRPr lang="en-US" altLang="zh-TW" sz="1600" kern="0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副標題 3"/>
          <p:cNvSpPr txBox="1">
            <a:spLocks/>
          </p:cNvSpPr>
          <p:nvPr/>
        </p:nvSpPr>
        <p:spPr bwMode="auto">
          <a:xfrm>
            <a:off x="683973" y="1700988"/>
            <a:ext cx="5040546" cy="144000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if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&lt; 10 )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 +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/ 10 );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}</a:t>
            </a:r>
            <a:endParaRPr lang="en-US" altLang="zh-TW" sz="1600" b="0" kern="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  <a:cs typeface="Times New Roman" pitchFamily="18" charset="0"/>
            </a:endParaRP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3276501" y="1557225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283998" y="3284999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3275991" y="692981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4283998" y="2420993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4860002" y="5877017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1</a:t>
            </a:r>
          </a:p>
        </p:txBody>
      </p:sp>
      <p:sp>
        <p:nvSpPr>
          <p:cNvPr id="17" name="副標題 3"/>
          <p:cNvSpPr txBox="1">
            <a:spLocks/>
          </p:cNvSpPr>
          <p:nvPr/>
        </p:nvSpPr>
        <p:spPr bwMode="auto">
          <a:xfrm>
            <a:off x="1691980" y="3429000"/>
            <a:ext cx="5040546" cy="144000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if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&lt; 10 )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 +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/ 10 );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}</a:t>
            </a:r>
            <a:endParaRPr lang="en-US" altLang="zh-TW" sz="1600" b="0" kern="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  <a:cs typeface="Times New Roman" pitchFamily="18" charset="0"/>
            </a:endParaRPr>
          </a:p>
        </p:txBody>
      </p:sp>
      <p:sp>
        <p:nvSpPr>
          <p:cNvPr id="18" name="副標題 3"/>
          <p:cNvSpPr txBox="1">
            <a:spLocks/>
          </p:cNvSpPr>
          <p:nvPr/>
        </p:nvSpPr>
        <p:spPr bwMode="auto">
          <a:xfrm>
            <a:off x="2843988" y="5157012"/>
            <a:ext cx="5040546" cy="144000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if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&lt; 10 )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 +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/ 10 );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}</a:t>
            </a:r>
            <a:endParaRPr lang="en-US" altLang="zh-TW" sz="1600" b="0" kern="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  <a:cs typeface="Times New Roman" pitchFamily="18" charset="0"/>
            </a:endParaRPr>
          </a:p>
        </p:txBody>
      </p:sp>
      <p:sp>
        <p:nvSpPr>
          <p:cNvPr id="19" name="Text Box 11"/>
          <p:cNvSpPr txBox="1">
            <a:spLocks noChangeArrowheads="1"/>
          </p:cNvSpPr>
          <p:nvPr/>
        </p:nvSpPr>
        <p:spPr bwMode="auto">
          <a:xfrm>
            <a:off x="5580007" y="5013011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</a:p>
        </p:txBody>
      </p:sp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5580007" y="414900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4427999" y="4725009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1</a:t>
            </a: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3275991" y="4725009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2</a:t>
            </a: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3275991" y="2996997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2</a:t>
            </a: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2267984" y="2996997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3</a:t>
            </a: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2267984" y="126898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2267984" y="2996997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920423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-3.7037E-7 L 4.72222E-6 -0.2518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5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3"/>
          <p:cNvSpPr txBox="1">
            <a:spLocks/>
          </p:cNvSpPr>
          <p:nvPr/>
        </p:nvSpPr>
        <p:spPr bwMode="auto">
          <a:xfrm>
            <a:off x="395971" y="404979"/>
            <a:ext cx="5040461" cy="100800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44000" tIns="0" rIns="90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400" b="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sz="1600" kern="0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number = </a:t>
            </a:r>
            <a:r>
              <a:rPr lang="en-US" altLang="zh-TW" sz="1600" kern="0" dirty="0">
                <a:solidFill>
                  <a:srgbClr val="0099FF"/>
                </a:solidFill>
                <a:latin typeface="+mn-lt"/>
              </a:rPr>
              <a:t>789</a:t>
            </a: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cout </a:t>
            </a:r>
            <a:r>
              <a:rPr lang="en-US" altLang="zh-TW" sz="1600" dirty="0">
                <a:solidFill>
                  <a:srgbClr val="008080"/>
                </a:solidFill>
                <a:latin typeface="+mn-lt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numDigits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( number ) </a:t>
            </a:r>
            <a:r>
              <a:rPr lang="en-US" altLang="zh-TW" sz="1600" dirty="0">
                <a:solidFill>
                  <a:srgbClr val="008080"/>
                </a:solidFill>
                <a:latin typeface="+mn-lt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endl;</a:t>
            </a:r>
            <a:endParaRPr lang="en-US" altLang="zh-TW" sz="1600" kern="0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副標題 3"/>
          <p:cNvSpPr txBox="1">
            <a:spLocks/>
          </p:cNvSpPr>
          <p:nvPr/>
        </p:nvSpPr>
        <p:spPr bwMode="auto">
          <a:xfrm>
            <a:off x="683973" y="1700988"/>
            <a:ext cx="5040546" cy="144000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if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&lt; 10 )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 +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/ 10 );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}</a:t>
            </a:r>
            <a:endParaRPr lang="en-US" altLang="zh-TW" sz="1600" b="0" kern="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  <a:cs typeface="Times New Roman" pitchFamily="18" charset="0"/>
            </a:endParaRP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3276501" y="1557225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283998" y="3284999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3275991" y="692981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4283998" y="2420993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4860002" y="5877017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1</a:t>
            </a:r>
          </a:p>
        </p:txBody>
      </p:sp>
      <p:sp>
        <p:nvSpPr>
          <p:cNvPr id="17" name="副標題 3"/>
          <p:cNvSpPr txBox="1">
            <a:spLocks/>
          </p:cNvSpPr>
          <p:nvPr/>
        </p:nvSpPr>
        <p:spPr bwMode="auto">
          <a:xfrm>
            <a:off x="1691980" y="3429000"/>
            <a:ext cx="5040546" cy="144000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if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&lt; 10 )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 +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/ 10 );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}</a:t>
            </a:r>
            <a:endParaRPr lang="en-US" altLang="zh-TW" sz="1600" b="0" kern="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  <a:cs typeface="Times New Roman" pitchFamily="18" charset="0"/>
            </a:endParaRPr>
          </a:p>
        </p:txBody>
      </p:sp>
      <p:sp>
        <p:nvSpPr>
          <p:cNvPr id="18" name="副標題 3"/>
          <p:cNvSpPr txBox="1">
            <a:spLocks/>
          </p:cNvSpPr>
          <p:nvPr/>
        </p:nvSpPr>
        <p:spPr bwMode="auto">
          <a:xfrm>
            <a:off x="2843988" y="5157012"/>
            <a:ext cx="5040546" cy="144000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if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&lt; 10 )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 +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/ 10 );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}</a:t>
            </a:r>
            <a:endParaRPr lang="en-US" altLang="zh-TW" sz="1600" b="0" kern="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  <a:cs typeface="Times New Roman" pitchFamily="18" charset="0"/>
            </a:endParaRPr>
          </a:p>
        </p:txBody>
      </p:sp>
      <p:sp>
        <p:nvSpPr>
          <p:cNvPr id="19" name="Text Box 11"/>
          <p:cNvSpPr txBox="1">
            <a:spLocks noChangeArrowheads="1"/>
          </p:cNvSpPr>
          <p:nvPr/>
        </p:nvSpPr>
        <p:spPr bwMode="auto">
          <a:xfrm>
            <a:off x="5580007" y="5013011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</a:p>
        </p:txBody>
      </p:sp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5580007" y="414900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4427999" y="4725009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1</a:t>
            </a: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3275991" y="4725009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2</a:t>
            </a: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3275991" y="2996997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2</a:t>
            </a: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2267984" y="2996997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3</a:t>
            </a: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2267984" y="126898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9492994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numDigits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&lt; 10 )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1;</a:t>
            </a:r>
          </a:p>
          <a:p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1 +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numDigits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/ 10 );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numDigits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&gt; 9 )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1 +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numDigits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/ 10 );</a:t>
            </a:r>
          </a:p>
          <a:p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1;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86038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 tIns="0"/>
          <a:lstStyle/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n =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  <a:cs typeface="Times New Roman" pitchFamily="18" charset="0"/>
              </a:rPr>
              <a:t>789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cout </a:t>
            </a:r>
            <a:r>
              <a:rPr lang="en-US" altLang="zh-TW" sz="1600" dirty="0">
                <a:solidFill>
                  <a:srgbClr val="008080"/>
                </a:solidFill>
                <a:latin typeface="Lucida Console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f( n ) </a:t>
            </a:r>
            <a:r>
              <a:rPr lang="en-US" altLang="zh-TW" sz="1600" dirty="0">
                <a:solidFill>
                  <a:srgbClr val="008080"/>
                </a:solidFill>
                <a:latin typeface="Lucida Console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endl;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}</a:t>
            </a:r>
          </a:p>
          <a:p>
            <a:endParaRPr lang="zh-TW" altLang="en-US" dirty="0"/>
          </a:p>
        </p:txBody>
      </p:sp>
      <p:sp>
        <p:nvSpPr>
          <p:cNvPr id="10" name="內容版面配置區 9"/>
          <p:cNvSpPr>
            <a:spLocks noGrp="1"/>
          </p:cNvSpPr>
          <p:nvPr>
            <p:ph idx="13"/>
          </p:nvPr>
        </p:nvSpPr>
        <p:spPr/>
        <p:txBody>
          <a:bodyPr lIns="36000"/>
          <a:lstStyle/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f(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&lt; 10 )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1;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1 + f(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/ 10 );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11" name="內容版面配置區 10"/>
          <p:cNvSpPr>
            <a:spLocks noGrp="1"/>
          </p:cNvSpPr>
          <p:nvPr>
            <p:ph idx="14"/>
          </p:nvPr>
        </p:nvSpPr>
        <p:spPr/>
        <p:txBody>
          <a:bodyPr lIns="36000"/>
          <a:lstStyle/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f(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&gt; 9 )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1 + f(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/ 10 );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1;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>
              <a:solidFill>
                <a:srgbClr val="000000"/>
              </a:solidFill>
            </a:endParaRPr>
          </a:p>
        </p:txBody>
      </p:sp>
      <p:sp>
        <p:nvSpPr>
          <p:cNvPr id="6" name="Text Box 11"/>
          <p:cNvSpPr txBox="1">
            <a:spLocks noChangeArrowheads="1"/>
          </p:cNvSpPr>
          <p:nvPr/>
        </p:nvSpPr>
        <p:spPr bwMode="auto">
          <a:xfrm>
            <a:off x="3707994" y="1268985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18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idx="10"/>
          </p:nvPr>
        </p:nvSpPr>
        <p:spPr/>
        <p:txBody>
          <a:bodyPr lIns="36000" tIns="46800"/>
          <a:lstStyle/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f(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&lt; 10 )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1;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1 + f(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/ 10 );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7" name="Text Box 11"/>
          <p:cNvSpPr txBox="1">
            <a:spLocks noChangeArrowheads="1"/>
          </p:cNvSpPr>
          <p:nvPr/>
        </p:nvSpPr>
        <p:spPr bwMode="auto">
          <a:xfrm>
            <a:off x="1547979" y="1844989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18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2"/>
          </p:nvPr>
        </p:nvSpPr>
        <p:spPr/>
        <p:txBody>
          <a:bodyPr lIns="36000" tIns="46800"/>
          <a:lstStyle/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f(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&gt; 9 )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1 + f(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/ 10 );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1;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>
              <a:solidFill>
                <a:srgbClr val="000000"/>
              </a:solidFill>
            </a:endParaRPr>
          </a:p>
        </p:txBody>
      </p:sp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5148004" y="1844989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18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0"/>
          </p:nvPr>
        </p:nvSpPr>
        <p:spPr/>
        <p:txBody>
          <a:bodyPr lIns="36000"/>
          <a:lstStyle/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f( </a:t>
            </a:r>
            <a:r>
              <a:rPr lang="en-US" altLang="zh-TW" sz="1600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808080"/>
                </a:solidFill>
                <a:latin typeface="+mn-lt"/>
                <a:ea typeface="細明體" panose="02020509000000000000" pitchFamily="49" charset="-120"/>
              </a:rPr>
              <a:t>n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( </a:t>
            </a:r>
            <a:r>
              <a:rPr lang="en-US" altLang="zh-TW" sz="1600" dirty="0">
                <a:solidFill>
                  <a:srgbClr val="808080"/>
                </a:solidFill>
                <a:latin typeface="+mn-lt"/>
                <a:ea typeface="細明體" panose="02020509000000000000" pitchFamily="49" charset="-120"/>
              </a:rPr>
              <a:t>n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&lt; 10 ) </a:t>
            </a:r>
            <a:r>
              <a:rPr lang="en-US" altLang="zh-TW" sz="1600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return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1;</a:t>
            </a:r>
            <a:endParaRPr lang="zh-TW" altLang="en-US" sz="1600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return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1 + f( </a:t>
            </a:r>
            <a:r>
              <a:rPr lang="en-US" altLang="zh-TW" sz="1600" dirty="0">
                <a:solidFill>
                  <a:srgbClr val="808080"/>
                </a:solidFill>
                <a:latin typeface="+mn-lt"/>
                <a:ea typeface="細明體" panose="02020509000000000000" pitchFamily="49" charset="-120"/>
              </a:rPr>
              <a:t>n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/ 10 );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9" name="內容版面配置區 8"/>
          <p:cNvSpPr>
            <a:spLocks noGrp="1"/>
          </p:cNvSpPr>
          <p:nvPr>
            <p:ph idx="12"/>
          </p:nvPr>
        </p:nvSpPr>
        <p:spPr/>
        <p:txBody>
          <a:bodyPr lIns="36000"/>
          <a:lstStyle/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f(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&gt; 9 )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1 + f(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/ 10 );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1;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>
              <a:solidFill>
                <a:srgbClr val="000000"/>
              </a:solidFill>
            </a:endParaRP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1547979" y="3573001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18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5148004" y="3573001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18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1547979" y="5301013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18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5148004" y="5301013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18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2699987" y="3140998"/>
            <a:ext cx="431999" cy="288000"/>
          </a:xfrm>
          <a:prstGeom prst="rect">
            <a:avLst/>
          </a:prstGeom>
          <a:noFill/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bIns="18000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  <p:sp>
        <p:nvSpPr>
          <p:cNvPr id="17" name="Text Box 11"/>
          <p:cNvSpPr txBox="1">
            <a:spLocks noChangeArrowheads="1"/>
          </p:cNvSpPr>
          <p:nvPr/>
        </p:nvSpPr>
        <p:spPr bwMode="auto">
          <a:xfrm>
            <a:off x="7740021" y="2852996"/>
            <a:ext cx="431999" cy="288000"/>
          </a:xfrm>
          <a:prstGeom prst="rect">
            <a:avLst/>
          </a:prstGeom>
          <a:noFill/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10800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2699987" y="4869010"/>
            <a:ext cx="431999" cy="288000"/>
          </a:xfrm>
          <a:prstGeom prst="rect">
            <a:avLst/>
          </a:prstGeom>
          <a:noFill/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bIns="18000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</a:p>
        </p:txBody>
      </p:sp>
      <p:sp>
        <p:nvSpPr>
          <p:cNvPr id="19" name="Text Box 11"/>
          <p:cNvSpPr txBox="1">
            <a:spLocks noChangeArrowheads="1"/>
          </p:cNvSpPr>
          <p:nvPr/>
        </p:nvSpPr>
        <p:spPr bwMode="auto">
          <a:xfrm>
            <a:off x="7740022" y="4581008"/>
            <a:ext cx="431999" cy="288000"/>
          </a:xfrm>
          <a:prstGeom prst="rect">
            <a:avLst/>
          </a:prstGeom>
          <a:noFill/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10800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0970282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Summing Digits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785898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sumDigits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srand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static_cast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&gt;( time( 0 ) ) 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number = rand();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"The sum of digits of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number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 is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sumDigits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number )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sumDigits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 = 0;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0 )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sum +=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% 10;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/= 10;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10518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sumDigits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srand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static_cast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&gt;( time( 0 ) ) 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number = rand();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"The sum of digits of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number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 is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sumDigits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number )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sumDigits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if( number &lt; 10 )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   return number;</a:t>
            </a:r>
          </a:p>
          <a:p>
            <a:r>
              <a:rPr lang="zh-TW" altLang="en-US" dirty="0">
                <a:solidFill>
                  <a:schemeClr val="bg1"/>
                </a:solidFill>
                <a:ea typeface="細明體" panose="02020509000000000000" pitchFamily="49" charset="-120"/>
              </a:rPr>
              <a:t>   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return </a:t>
            </a:r>
            <a:r>
              <a:rPr lang="en-US" altLang="zh-TW" dirty="0" err="1">
                <a:solidFill>
                  <a:schemeClr val="bg1"/>
                </a:solidFill>
                <a:ea typeface="細明體" panose="02020509000000000000" pitchFamily="49" charset="-120"/>
              </a:rPr>
              <a:t>sumDigits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( number / 10 ) + number % 10;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271848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sumDigits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srand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static_cast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&gt;( time( 0 ) ) 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number = rand();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"The sum of digits of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number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 is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sumDigits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number )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sumDigits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10 )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sumDigits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/ 10 ) +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% 10;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480410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sumDigits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10 )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sumDigits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/ 10 ) +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% 10;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sumDigits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9 )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sumDigits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/ 10 ) +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% 10;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  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645167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800" dirty="0"/>
              <a:t>Prints Digits in the Reverse Order</a:t>
            </a:r>
            <a:endParaRPr lang="zh-TW" altLang="en-US" sz="4800" dirty="0"/>
          </a:p>
        </p:txBody>
      </p:sp>
    </p:spTree>
    <p:extLst>
      <p:ext uri="{BB962C8B-B14F-4D97-AF65-F5344CB8AC3E}">
        <p14:creationId xmlns:p14="http://schemas.microsoft.com/office/powerpoint/2010/main" val="27837809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691980" y="1268984"/>
            <a:ext cx="3744026" cy="4320031"/>
          </a:xfrm>
        </p:spPr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reverse(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ea typeface="細明體" panose="02020509000000000000" pitchFamily="49" charset="-120"/>
              </a:rPr>
              <a:t>number );</a:t>
            </a:r>
          </a:p>
          <a:p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number;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cin </a:t>
            </a:r>
            <a:r>
              <a:rPr lang="en-US" altLang="zh-TW" sz="1600" dirty="0">
                <a:ea typeface="細明體" panose="02020509000000000000" pitchFamily="49" charset="-120"/>
              </a:rPr>
              <a:t>&gt;&gt;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number;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reverse( number );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reverse(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0 )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% 10;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/= 10;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8911829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691980" y="1268984"/>
            <a:ext cx="3744026" cy="3744027"/>
          </a:xfrm>
        </p:spPr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reverse(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ea typeface="細明體" panose="02020509000000000000" pitchFamily="49" charset="-120"/>
              </a:rPr>
              <a:t>number );</a:t>
            </a:r>
          </a:p>
          <a:p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number;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cin </a:t>
            </a:r>
            <a:r>
              <a:rPr lang="en-US" altLang="zh-TW" sz="1600" dirty="0">
                <a:ea typeface="細明體" panose="02020509000000000000" pitchFamily="49" charset="-120"/>
              </a:rPr>
              <a:t>&gt;&gt;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number;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reverse( number );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reverse(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ea typeface="細明體" panose="02020509000000000000" pitchFamily="49" charset="-120"/>
              </a:rPr>
              <a:t>number )</a:t>
            </a:r>
          </a:p>
          <a:p>
            <a:r>
              <a:rPr lang="en-US" altLang="zh-TW" sz="1600" dirty="0"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chemeClr val="bg1"/>
                </a:solidFill>
                <a:ea typeface="細明體" panose="02020509000000000000" pitchFamily="49" charset="-120"/>
              </a:rPr>
              <a:t>   cout &lt;&lt; number % 10;</a:t>
            </a:r>
          </a:p>
          <a:p>
            <a:r>
              <a:rPr lang="en-US" altLang="zh-TW" sz="1600" dirty="0">
                <a:solidFill>
                  <a:schemeClr val="bg1"/>
                </a:solidFill>
                <a:ea typeface="細明體" panose="02020509000000000000" pitchFamily="49" charset="-120"/>
              </a:rPr>
              <a:t>   if( number &gt; 9 )</a:t>
            </a:r>
          </a:p>
          <a:p>
            <a:r>
              <a:rPr lang="en-US" altLang="zh-TW" sz="1600" dirty="0">
                <a:solidFill>
                  <a:schemeClr val="bg1"/>
                </a:solidFill>
                <a:ea typeface="細明體" panose="02020509000000000000" pitchFamily="49" charset="-120"/>
              </a:rPr>
              <a:t>      reverse( number / 10 );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1250318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691980" y="1268984"/>
            <a:ext cx="3744026" cy="3744027"/>
          </a:xfrm>
        </p:spPr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reverse(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ea typeface="細明體" panose="02020509000000000000" pitchFamily="49" charset="-120"/>
              </a:rPr>
              <a:t>number );</a:t>
            </a:r>
          </a:p>
          <a:p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number;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cin </a:t>
            </a:r>
            <a:r>
              <a:rPr lang="en-US" altLang="zh-TW" sz="1600" dirty="0">
                <a:ea typeface="細明體" panose="02020509000000000000" pitchFamily="49" charset="-120"/>
              </a:rPr>
              <a:t>&gt;&gt;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number;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reverse( number );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reverse(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ea typeface="細明體" panose="02020509000000000000" pitchFamily="49" charset="-120"/>
              </a:rPr>
              <a:t>number )</a:t>
            </a:r>
          </a:p>
          <a:p>
            <a:r>
              <a:rPr lang="en-US" altLang="zh-TW" sz="1600" dirty="0"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ea typeface="細明體" panose="02020509000000000000" pitchFamily="49" charset="-120"/>
              </a:rPr>
              <a:t>   cout &lt;&lt; number % 10;</a:t>
            </a:r>
          </a:p>
          <a:p>
            <a:r>
              <a:rPr lang="en-US" altLang="zh-TW" sz="1600" dirty="0"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itchFamily="18" charset="0"/>
              </a:rPr>
              <a:t>if</a:t>
            </a:r>
            <a:r>
              <a:rPr lang="en-US" altLang="zh-TW" sz="1600" dirty="0">
                <a:ea typeface="細明體" panose="02020509000000000000" pitchFamily="49" charset="-120"/>
              </a:rPr>
              <a:t>( number &gt; 9 )</a:t>
            </a:r>
          </a:p>
          <a:p>
            <a:r>
              <a:rPr lang="en-US" altLang="zh-TW" sz="1600" dirty="0">
                <a:ea typeface="細明體" panose="02020509000000000000" pitchFamily="49" charset="-120"/>
              </a:rPr>
              <a:t>      reverse( number / 10 );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3062070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3"/>
          <p:cNvSpPr txBox="1">
            <a:spLocks/>
          </p:cNvSpPr>
          <p:nvPr/>
        </p:nvSpPr>
        <p:spPr bwMode="auto">
          <a:xfrm>
            <a:off x="971550" y="260604"/>
            <a:ext cx="2880360" cy="129619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44000" tIns="0" rIns="90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400" b="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kern="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number = </a:t>
            </a:r>
            <a:r>
              <a:rPr lang="en-US" altLang="zh-TW" sz="1600" kern="0" dirty="0">
                <a:solidFill>
                  <a:srgbClr val="0099FF"/>
                </a:solidFill>
                <a:latin typeface="Lucida Console"/>
              </a:rPr>
              <a:t>789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  reverse( number );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副標題 3"/>
          <p:cNvSpPr txBox="1">
            <a:spLocks/>
          </p:cNvSpPr>
          <p:nvPr/>
        </p:nvSpPr>
        <p:spPr bwMode="auto">
          <a:xfrm>
            <a:off x="251460" y="1988820"/>
            <a:ext cx="5472684" cy="129616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reverse(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reverse(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5" name="副標題 3"/>
          <p:cNvSpPr txBox="1">
            <a:spLocks/>
          </p:cNvSpPr>
          <p:nvPr/>
        </p:nvSpPr>
        <p:spPr bwMode="auto">
          <a:xfrm>
            <a:off x="1835658" y="3573018"/>
            <a:ext cx="5472684" cy="129616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reverse(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reverse(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6" name="副標題 3"/>
          <p:cNvSpPr txBox="1">
            <a:spLocks/>
          </p:cNvSpPr>
          <p:nvPr/>
        </p:nvSpPr>
        <p:spPr bwMode="auto">
          <a:xfrm>
            <a:off x="3419856" y="5157216"/>
            <a:ext cx="5472684" cy="1296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reverse(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reverse(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6012180" y="692658"/>
            <a:ext cx="2160270" cy="864108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300216" y="1700784"/>
            <a:ext cx="1584198" cy="4320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TW" sz="2400" b="0" dirty="0">
                <a:solidFill>
                  <a:srgbClr val="000000"/>
                </a:solidFill>
                <a:latin typeface="Lucida Console"/>
              </a:rPr>
              <a:t>Output</a:t>
            </a:r>
            <a:endParaRPr lang="zh-TW" altLang="en-US" sz="2400" b="0" dirty="0">
              <a:solidFill>
                <a:srgbClr val="000000"/>
              </a:solidFill>
              <a:latin typeface="Lucida Console"/>
            </a:endParaRPr>
          </a:p>
        </p:txBody>
      </p:sp>
    </p:spTree>
    <p:extLst>
      <p:ext uri="{BB962C8B-B14F-4D97-AF65-F5344CB8AC3E}">
        <p14:creationId xmlns:p14="http://schemas.microsoft.com/office/powerpoint/2010/main" val="7745773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3"/>
          <p:cNvSpPr txBox="1">
            <a:spLocks/>
          </p:cNvSpPr>
          <p:nvPr/>
        </p:nvSpPr>
        <p:spPr bwMode="auto">
          <a:xfrm>
            <a:off x="971550" y="260604"/>
            <a:ext cx="2880360" cy="129619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44000" tIns="0" rIns="90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400" b="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kern="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number = </a:t>
            </a:r>
            <a:r>
              <a:rPr lang="en-US" altLang="zh-TW" sz="1600" kern="0" dirty="0">
                <a:solidFill>
                  <a:srgbClr val="0099FF"/>
                </a:solidFill>
                <a:latin typeface="Lucida Console"/>
              </a:rPr>
              <a:t>789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  reverse( number );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副標題 3"/>
          <p:cNvSpPr txBox="1">
            <a:spLocks/>
          </p:cNvSpPr>
          <p:nvPr/>
        </p:nvSpPr>
        <p:spPr bwMode="auto">
          <a:xfrm>
            <a:off x="251460" y="1988820"/>
            <a:ext cx="5472684" cy="129616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reverse(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reverse(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5" name="副標題 3"/>
          <p:cNvSpPr txBox="1">
            <a:spLocks/>
          </p:cNvSpPr>
          <p:nvPr/>
        </p:nvSpPr>
        <p:spPr bwMode="auto">
          <a:xfrm>
            <a:off x="1835658" y="3573018"/>
            <a:ext cx="5472684" cy="129616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reverse(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reverse(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6" name="副標題 3"/>
          <p:cNvSpPr txBox="1">
            <a:spLocks/>
          </p:cNvSpPr>
          <p:nvPr/>
        </p:nvSpPr>
        <p:spPr bwMode="auto">
          <a:xfrm>
            <a:off x="3419856" y="5157216"/>
            <a:ext cx="5472684" cy="1296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reverse(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reverse(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2699766" y="1844802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6012180" y="692658"/>
            <a:ext cx="2160270" cy="864108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300216" y="1700784"/>
            <a:ext cx="1584198" cy="4320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TW" sz="2400" b="0" dirty="0">
                <a:solidFill>
                  <a:srgbClr val="000000"/>
                </a:solidFill>
                <a:latin typeface="Lucida Console"/>
              </a:rPr>
              <a:t>Output</a:t>
            </a:r>
            <a:endParaRPr lang="zh-TW" altLang="en-US" sz="2400" b="0" dirty="0">
              <a:solidFill>
                <a:srgbClr val="000000"/>
              </a:solidFill>
              <a:latin typeface="Lucida Console"/>
            </a:endParaRP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2699766" y="1268730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7" name="Text Box 11"/>
          <p:cNvSpPr txBox="1">
            <a:spLocks noChangeArrowheads="1"/>
          </p:cNvSpPr>
          <p:nvPr/>
        </p:nvSpPr>
        <p:spPr bwMode="auto">
          <a:xfrm>
            <a:off x="2699766" y="1268730"/>
            <a:ext cx="576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</p:spTree>
    <p:extLst>
      <p:ext uri="{BB962C8B-B14F-4D97-AF65-F5344CB8AC3E}">
        <p14:creationId xmlns:p14="http://schemas.microsoft.com/office/powerpoint/2010/main" val="744956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1.48148E-6 L 3.88889E-6 0.0840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1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3"/>
          <p:cNvSpPr txBox="1">
            <a:spLocks/>
          </p:cNvSpPr>
          <p:nvPr/>
        </p:nvSpPr>
        <p:spPr bwMode="auto">
          <a:xfrm>
            <a:off x="971550" y="260604"/>
            <a:ext cx="2880360" cy="129619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44000" tIns="0" rIns="90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400" b="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kern="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number = </a:t>
            </a:r>
            <a:r>
              <a:rPr lang="en-US" altLang="zh-TW" sz="1600" kern="0" dirty="0">
                <a:solidFill>
                  <a:srgbClr val="0099FF"/>
                </a:solidFill>
                <a:latin typeface="Lucida Console"/>
              </a:rPr>
              <a:t>789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  reverse( number );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副標題 3"/>
          <p:cNvSpPr txBox="1">
            <a:spLocks/>
          </p:cNvSpPr>
          <p:nvPr/>
        </p:nvSpPr>
        <p:spPr bwMode="auto">
          <a:xfrm>
            <a:off x="251460" y="1988820"/>
            <a:ext cx="5472684" cy="129616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reverse(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reverse(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5" name="副標題 3"/>
          <p:cNvSpPr txBox="1">
            <a:spLocks/>
          </p:cNvSpPr>
          <p:nvPr/>
        </p:nvSpPr>
        <p:spPr bwMode="auto">
          <a:xfrm>
            <a:off x="1835658" y="3573018"/>
            <a:ext cx="5472684" cy="129616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reverse(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reverse(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6" name="副標題 3"/>
          <p:cNvSpPr txBox="1">
            <a:spLocks/>
          </p:cNvSpPr>
          <p:nvPr/>
        </p:nvSpPr>
        <p:spPr bwMode="auto">
          <a:xfrm>
            <a:off x="3419856" y="5157216"/>
            <a:ext cx="5472684" cy="1296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reverse(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reverse(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2699766" y="1844802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6012180" y="692658"/>
            <a:ext cx="2160270" cy="864108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9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300216" y="1700784"/>
            <a:ext cx="1584198" cy="4320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TW" sz="2400" b="0" dirty="0">
                <a:solidFill>
                  <a:srgbClr val="000000"/>
                </a:solidFill>
                <a:latin typeface="Lucida Console"/>
              </a:rPr>
              <a:t>Output</a:t>
            </a:r>
            <a:endParaRPr lang="zh-TW" altLang="en-US" sz="2400" b="0" dirty="0">
              <a:solidFill>
                <a:srgbClr val="000000"/>
              </a:solidFill>
              <a:latin typeface="Lucida Console"/>
            </a:endParaRP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2699766" y="1268730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</p:spTree>
    <p:extLst>
      <p:ext uri="{BB962C8B-B14F-4D97-AF65-F5344CB8AC3E}">
        <p14:creationId xmlns:p14="http://schemas.microsoft.com/office/powerpoint/2010/main" val="5026154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3"/>
          <p:cNvSpPr txBox="1">
            <a:spLocks/>
          </p:cNvSpPr>
          <p:nvPr/>
        </p:nvSpPr>
        <p:spPr bwMode="auto">
          <a:xfrm>
            <a:off x="971550" y="260604"/>
            <a:ext cx="2880360" cy="129619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44000" tIns="0" rIns="90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400" b="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kern="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number = </a:t>
            </a:r>
            <a:r>
              <a:rPr lang="en-US" altLang="zh-TW" sz="1600" kern="0" dirty="0">
                <a:solidFill>
                  <a:srgbClr val="0099FF"/>
                </a:solidFill>
                <a:latin typeface="Lucida Console"/>
              </a:rPr>
              <a:t>789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  reverse( number );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副標題 3"/>
          <p:cNvSpPr txBox="1">
            <a:spLocks/>
          </p:cNvSpPr>
          <p:nvPr/>
        </p:nvSpPr>
        <p:spPr bwMode="auto">
          <a:xfrm>
            <a:off x="251460" y="1988820"/>
            <a:ext cx="5472684" cy="129616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reverse(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reverse(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5" name="副標題 3"/>
          <p:cNvSpPr txBox="1">
            <a:spLocks/>
          </p:cNvSpPr>
          <p:nvPr/>
        </p:nvSpPr>
        <p:spPr bwMode="auto">
          <a:xfrm>
            <a:off x="1835658" y="3573018"/>
            <a:ext cx="5472684" cy="129616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reverse(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reverse(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6" name="副標題 3"/>
          <p:cNvSpPr txBox="1">
            <a:spLocks/>
          </p:cNvSpPr>
          <p:nvPr/>
        </p:nvSpPr>
        <p:spPr bwMode="auto">
          <a:xfrm>
            <a:off x="3419856" y="5157216"/>
            <a:ext cx="5472684" cy="1296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reverse(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reverse(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2699766" y="1844802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6012180" y="692658"/>
            <a:ext cx="2160270" cy="864108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9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300216" y="1700784"/>
            <a:ext cx="1584198" cy="4320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TW" sz="2400" b="0" dirty="0">
                <a:solidFill>
                  <a:srgbClr val="000000"/>
                </a:solidFill>
                <a:latin typeface="Lucida Console"/>
              </a:rPr>
              <a:t>Output</a:t>
            </a:r>
            <a:endParaRPr lang="zh-TW" altLang="en-US" sz="2400" b="0" dirty="0">
              <a:solidFill>
                <a:srgbClr val="000000"/>
              </a:solidFill>
              <a:latin typeface="Lucida Console"/>
            </a:endParaRP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283964" y="3429000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2699766" y="1268730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4283964" y="2564892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4283964" y="2564892"/>
            <a:ext cx="576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</p:spTree>
    <p:extLst>
      <p:ext uri="{BB962C8B-B14F-4D97-AF65-F5344CB8AC3E}">
        <p14:creationId xmlns:p14="http://schemas.microsoft.com/office/powerpoint/2010/main" val="1387360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59259E-6 L 0 0.1261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2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3"/>
          <p:cNvSpPr txBox="1">
            <a:spLocks/>
          </p:cNvSpPr>
          <p:nvPr/>
        </p:nvSpPr>
        <p:spPr bwMode="auto">
          <a:xfrm>
            <a:off x="971550" y="260604"/>
            <a:ext cx="2880360" cy="129619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44000" tIns="0" rIns="90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400" b="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kern="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number = </a:t>
            </a:r>
            <a:r>
              <a:rPr lang="en-US" altLang="zh-TW" sz="1600" kern="0" dirty="0">
                <a:solidFill>
                  <a:srgbClr val="0099FF"/>
                </a:solidFill>
                <a:latin typeface="Lucida Console"/>
              </a:rPr>
              <a:t>789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  reverse( number );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副標題 3"/>
          <p:cNvSpPr txBox="1">
            <a:spLocks/>
          </p:cNvSpPr>
          <p:nvPr/>
        </p:nvSpPr>
        <p:spPr bwMode="auto">
          <a:xfrm>
            <a:off x="251460" y="1988820"/>
            <a:ext cx="5472684" cy="129616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reverse(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reverse(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5" name="副標題 3"/>
          <p:cNvSpPr txBox="1">
            <a:spLocks/>
          </p:cNvSpPr>
          <p:nvPr/>
        </p:nvSpPr>
        <p:spPr bwMode="auto">
          <a:xfrm>
            <a:off x="1835658" y="3573018"/>
            <a:ext cx="5472684" cy="129616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reverse(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reverse(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6" name="副標題 3"/>
          <p:cNvSpPr txBox="1">
            <a:spLocks/>
          </p:cNvSpPr>
          <p:nvPr/>
        </p:nvSpPr>
        <p:spPr bwMode="auto">
          <a:xfrm>
            <a:off x="3419856" y="5157216"/>
            <a:ext cx="5472684" cy="1296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reverse(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reverse(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2699766" y="1844802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6012180" y="692658"/>
            <a:ext cx="2160270" cy="864108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98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300216" y="1700784"/>
            <a:ext cx="1584198" cy="4320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TW" sz="2400" b="0" dirty="0">
                <a:solidFill>
                  <a:srgbClr val="000000"/>
                </a:solidFill>
                <a:latin typeface="Lucida Console"/>
              </a:rPr>
              <a:t>Output</a:t>
            </a:r>
            <a:endParaRPr lang="zh-TW" altLang="en-US" sz="2400" b="0" dirty="0">
              <a:solidFill>
                <a:srgbClr val="000000"/>
              </a:solidFill>
              <a:latin typeface="Lucida Console"/>
            </a:endParaRP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283964" y="3429000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2699766" y="1268730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4283964" y="2564892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</p:spTree>
    <p:extLst>
      <p:ext uri="{BB962C8B-B14F-4D97-AF65-F5344CB8AC3E}">
        <p14:creationId xmlns:p14="http://schemas.microsoft.com/office/powerpoint/2010/main" val="26287637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3"/>
          <p:cNvSpPr txBox="1">
            <a:spLocks/>
          </p:cNvSpPr>
          <p:nvPr/>
        </p:nvSpPr>
        <p:spPr bwMode="auto">
          <a:xfrm>
            <a:off x="971550" y="260604"/>
            <a:ext cx="2880360" cy="129619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44000" tIns="0" rIns="90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400" b="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kern="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number = </a:t>
            </a:r>
            <a:r>
              <a:rPr lang="en-US" altLang="zh-TW" sz="1600" kern="0" dirty="0">
                <a:solidFill>
                  <a:srgbClr val="0099FF"/>
                </a:solidFill>
                <a:latin typeface="Lucida Console"/>
              </a:rPr>
              <a:t>789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  reverse( number );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副標題 3"/>
          <p:cNvSpPr txBox="1">
            <a:spLocks/>
          </p:cNvSpPr>
          <p:nvPr/>
        </p:nvSpPr>
        <p:spPr bwMode="auto">
          <a:xfrm>
            <a:off x="251460" y="1988820"/>
            <a:ext cx="5472684" cy="129616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reverse(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reverse(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5" name="副標題 3"/>
          <p:cNvSpPr txBox="1">
            <a:spLocks/>
          </p:cNvSpPr>
          <p:nvPr/>
        </p:nvSpPr>
        <p:spPr bwMode="auto">
          <a:xfrm>
            <a:off x="1835658" y="3573018"/>
            <a:ext cx="5472684" cy="129616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reverse(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reverse(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6" name="副標題 3"/>
          <p:cNvSpPr txBox="1">
            <a:spLocks/>
          </p:cNvSpPr>
          <p:nvPr/>
        </p:nvSpPr>
        <p:spPr bwMode="auto">
          <a:xfrm>
            <a:off x="3419856" y="5157216"/>
            <a:ext cx="5472684" cy="1296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reverse(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reverse(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2699766" y="1844802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6012180" y="692658"/>
            <a:ext cx="2160270" cy="864108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98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300216" y="1700784"/>
            <a:ext cx="1584198" cy="4320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TW" sz="2400" b="0" dirty="0">
                <a:solidFill>
                  <a:srgbClr val="000000"/>
                </a:solidFill>
                <a:latin typeface="Lucida Console"/>
              </a:rPr>
              <a:t>Output</a:t>
            </a:r>
            <a:endParaRPr lang="zh-TW" altLang="en-US" sz="2400" b="0" dirty="0">
              <a:solidFill>
                <a:srgbClr val="000000"/>
              </a:solidFill>
              <a:latin typeface="Lucida Console"/>
            </a:endParaRP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283964" y="3429000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5868162" y="5013198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2699766" y="1268730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4283964" y="2564892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5868162" y="4149090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</a:p>
        </p:txBody>
      </p:sp>
      <p:sp>
        <p:nvSpPr>
          <p:cNvPr id="19" name="Text Box 11"/>
          <p:cNvSpPr txBox="1">
            <a:spLocks noChangeArrowheads="1"/>
          </p:cNvSpPr>
          <p:nvPr/>
        </p:nvSpPr>
        <p:spPr bwMode="auto">
          <a:xfrm>
            <a:off x="5868162" y="4149090"/>
            <a:ext cx="576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139248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4.07407E-6 L 0.00017 0.1261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2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3"/>
          <p:cNvSpPr txBox="1">
            <a:spLocks/>
          </p:cNvSpPr>
          <p:nvPr/>
        </p:nvSpPr>
        <p:spPr bwMode="auto">
          <a:xfrm>
            <a:off x="971550" y="260604"/>
            <a:ext cx="2880360" cy="129619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44000" tIns="0" rIns="90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400" b="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kern="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number = </a:t>
            </a:r>
            <a:r>
              <a:rPr lang="en-US" altLang="zh-TW" sz="1600" kern="0" dirty="0">
                <a:solidFill>
                  <a:srgbClr val="0099FF"/>
                </a:solidFill>
                <a:latin typeface="Lucida Console"/>
              </a:rPr>
              <a:t>789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  reverse( number );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副標題 3"/>
          <p:cNvSpPr txBox="1">
            <a:spLocks/>
          </p:cNvSpPr>
          <p:nvPr/>
        </p:nvSpPr>
        <p:spPr bwMode="auto">
          <a:xfrm>
            <a:off x="251460" y="1988820"/>
            <a:ext cx="5472684" cy="129616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reverse(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reverse(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5" name="副標題 3"/>
          <p:cNvSpPr txBox="1">
            <a:spLocks/>
          </p:cNvSpPr>
          <p:nvPr/>
        </p:nvSpPr>
        <p:spPr bwMode="auto">
          <a:xfrm>
            <a:off x="1835658" y="3573018"/>
            <a:ext cx="5472684" cy="129616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reverse(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reverse(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6" name="副標題 3"/>
          <p:cNvSpPr txBox="1">
            <a:spLocks/>
          </p:cNvSpPr>
          <p:nvPr/>
        </p:nvSpPr>
        <p:spPr bwMode="auto">
          <a:xfrm>
            <a:off x="3419856" y="5157216"/>
            <a:ext cx="5472684" cy="1296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reverse(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reverse(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2699766" y="1844802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6012180" y="692658"/>
            <a:ext cx="2160270" cy="864108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987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300216" y="1700784"/>
            <a:ext cx="1584198" cy="4320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TW" sz="2400" b="0" dirty="0">
                <a:solidFill>
                  <a:srgbClr val="000000"/>
                </a:solidFill>
                <a:latin typeface="Lucida Console"/>
              </a:rPr>
              <a:t>Output</a:t>
            </a:r>
            <a:endParaRPr lang="zh-TW" altLang="en-US" sz="2400" b="0" dirty="0">
              <a:solidFill>
                <a:srgbClr val="000000"/>
              </a:solidFill>
              <a:latin typeface="Lucida Console"/>
            </a:endParaRP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283964" y="3429000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5868162" y="5013198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2699766" y="1268730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4283964" y="2564892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5868162" y="4149090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0757655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Prints Digits of An Integer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822914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srand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static_cast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&gt;( time( 0 ) ) 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number = rand();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"The digits of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number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":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digits( number 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digits(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if( number &gt; 9 )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   digits( number / 10 );</a:t>
            </a:r>
          </a:p>
          <a:p>
            <a:endParaRPr lang="zh-TW" altLang="en-US" dirty="0">
              <a:solidFill>
                <a:schemeClr val="bg1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cout &lt;&lt; number % 10;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927360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srand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static_cast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&gt;( time( 0 ) ) 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number = rand();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"The digits of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number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":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digits( number 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digits(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9 )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digits(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/ 10 );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% 10;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771317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3"/>
          <p:cNvSpPr txBox="1">
            <a:spLocks/>
          </p:cNvSpPr>
          <p:nvPr/>
        </p:nvSpPr>
        <p:spPr bwMode="auto">
          <a:xfrm>
            <a:off x="1115976" y="404978"/>
            <a:ext cx="2735934" cy="100800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44000" tIns="0" rIns="90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400" b="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kern="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number = </a:t>
            </a:r>
            <a:r>
              <a:rPr lang="en-US" altLang="zh-TW" sz="1600" kern="0" dirty="0">
                <a:solidFill>
                  <a:srgbClr val="0099FF"/>
                </a:solidFill>
                <a:latin typeface="Lucida Console"/>
              </a:rPr>
              <a:t>789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  digits( number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副標題 3"/>
          <p:cNvSpPr txBox="1">
            <a:spLocks/>
          </p:cNvSpPr>
          <p:nvPr/>
        </p:nvSpPr>
        <p:spPr bwMode="auto">
          <a:xfrm>
            <a:off x="395971" y="2132991"/>
            <a:ext cx="5328173" cy="115217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digits(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digits(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5" name="副標題 3"/>
          <p:cNvSpPr txBox="1">
            <a:spLocks/>
          </p:cNvSpPr>
          <p:nvPr/>
        </p:nvSpPr>
        <p:spPr bwMode="auto">
          <a:xfrm>
            <a:off x="1979983" y="3717189"/>
            <a:ext cx="5328360" cy="1151991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digits(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digits(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6" name="副標題 3"/>
          <p:cNvSpPr txBox="1">
            <a:spLocks/>
          </p:cNvSpPr>
          <p:nvPr/>
        </p:nvSpPr>
        <p:spPr bwMode="auto">
          <a:xfrm>
            <a:off x="3563993" y="5301387"/>
            <a:ext cx="5328547" cy="1151804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digits(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digits(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2699767" y="1988973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6012180" y="692658"/>
            <a:ext cx="2160270" cy="864108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300216" y="1700784"/>
            <a:ext cx="1584198" cy="4320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TW" sz="2400" b="0" dirty="0">
                <a:solidFill>
                  <a:srgbClr val="000000"/>
                </a:solidFill>
                <a:latin typeface="Lucida Console"/>
              </a:rPr>
              <a:t>Output</a:t>
            </a:r>
            <a:endParaRPr lang="zh-TW" altLang="en-US" sz="2400" b="0" dirty="0">
              <a:solidFill>
                <a:srgbClr val="000000"/>
              </a:solidFill>
              <a:latin typeface="Lucida Console"/>
            </a:endParaRP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2699766" y="1268730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7" name="Text Box 11"/>
          <p:cNvSpPr txBox="1">
            <a:spLocks noChangeArrowheads="1"/>
          </p:cNvSpPr>
          <p:nvPr/>
        </p:nvSpPr>
        <p:spPr bwMode="auto">
          <a:xfrm>
            <a:off x="2699987" y="1268985"/>
            <a:ext cx="576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</p:spTree>
    <p:extLst>
      <p:ext uri="{BB962C8B-B14F-4D97-AF65-F5344CB8AC3E}">
        <p14:creationId xmlns:p14="http://schemas.microsoft.com/office/powerpoint/2010/main" val="1050180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1.48148E-6 L 3.88889E-6 0.1050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3"/>
          <p:cNvSpPr txBox="1">
            <a:spLocks/>
          </p:cNvSpPr>
          <p:nvPr/>
        </p:nvSpPr>
        <p:spPr bwMode="auto">
          <a:xfrm>
            <a:off x="1115976" y="404978"/>
            <a:ext cx="2735934" cy="100800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44000" tIns="0" rIns="90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400" b="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kern="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number = </a:t>
            </a:r>
            <a:r>
              <a:rPr lang="en-US" altLang="zh-TW" sz="1600" kern="0" dirty="0">
                <a:solidFill>
                  <a:srgbClr val="0099FF"/>
                </a:solidFill>
                <a:latin typeface="Lucida Console"/>
              </a:rPr>
              <a:t>789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  digits( number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副標題 3"/>
          <p:cNvSpPr txBox="1">
            <a:spLocks/>
          </p:cNvSpPr>
          <p:nvPr/>
        </p:nvSpPr>
        <p:spPr bwMode="auto">
          <a:xfrm>
            <a:off x="395971" y="2132991"/>
            <a:ext cx="5328173" cy="115217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digits(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digits(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5" name="副標題 3"/>
          <p:cNvSpPr txBox="1">
            <a:spLocks/>
          </p:cNvSpPr>
          <p:nvPr/>
        </p:nvSpPr>
        <p:spPr bwMode="auto">
          <a:xfrm>
            <a:off x="1979983" y="3717189"/>
            <a:ext cx="5328360" cy="1151991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digits(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digits(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6" name="副標題 3"/>
          <p:cNvSpPr txBox="1">
            <a:spLocks/>
          </p:cNvSpPr>
          <p:nvPr/>
        </p:nvSpPr>
        <p:spPr bwMode="auto">
          <a:xfrm>
            <a:off x="3563993" y="5301387"/>
            <a:ext cx="5328547" cy="1151804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digits(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digits(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2699767" y="1988973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6012180" y="692658"/>
            <a:ext cx="2160270" cy="864108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300216" y="1700784"/>
            <a:ext cx="1584198" cy="4320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TW" sz="2400" b="0" dirty="0">
                <a:solidFill>
                  <a:srgbClr val="000000"/>
                </a:solidFill>
                <a:latin typeface="Lucida Console"/>
              </a:rPr>
              <a:t>Output</a:t>
            </a:r>
            <a:endParaRPr lang="zh-TW" altLang="en-US" sz="2400" b="0" dirty="0">
              <a:solidFill>
                <a:srgbClr val="000000"/>
              </a:solidFill>
              <a:latin typeface="Lucida Console"/>
            </a:endParaRP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2699766" y="1268730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4283999" y="2853166"/>
            <a:ext cx="576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</p:spTree>
    <p:extLst>
      <p:ext uri="{BB962C8B-B14F-4D97-AF65-F5344CB8AC3E}">
        <p14:creationId xmlns:p14="http://schemas.microsoft.com/office/powerpoint/2010/main" val="42233277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3"/>
          <p:cNvSpPr txBox="1">
            <a:spLocks/>
          </p:cNvSpPr>
          <p:nvPr/>
        </p:nvSpPr>
        <p:spPr bwMode="auto">
          <a:xfrm>
            <a:off x="1115976" y="404978"/>
            <a:ext cx="2735934" cy="100800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44000" tIns="0" rIns="90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400" b="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kern="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number = </a:t>
            </a:r>
            <a:r>
              <a:rPr lang="en-US" altLang="zh-TW" sz="1600" kern="0" dirty="0">
                <a:solidFill>
                  <a:srgbClr val="0099FF"/>
                </a:solidFill>
                <a:latin typeface="Lucida Console"/>
              </a:rPr>
              <a:t>789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  digits( number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副標題 3"/>
          <p:cNvSpPr txBox="1">
            <a:spLocks/>
          </p:cNvSpPr>
          <p:nvPr/>
        </p:nvSpPr>
        <p:spPr bwMode="auto">
          <a:xfrm>
            <a:off x="395971" y="2132991"/>
            <a:ext cx="5328173" cy="115217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digits(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digits(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5" name="副標題 3"/>
          <p:cNvSpPr txBox="1">
            <a:spLocks/>
          </p:cNvSpPr>
          <p:nvPr/>
        </p:nvSpPr>
        <p:spPr bwMode="auto">
          <a:xfrm>
            <a:off x="1979983" y="3717189"/>
            <a:ext cx="5328360" cy="1151991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digits(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digits(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6" name="副標題 3"/>
          <p:cNvSpPr txBox="1">
            <a:spLocks/>
          </p:cNvSpPr>
          <p:nvPr/>
        </p:nvSpPr>
        <p:spPr bwMode="auto">
          <a:xfrm>
            <a:off x="3563993" y="5301387"/>
            <a:ext cx="5328547" cy="1151804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digits(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digits(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2699767" y="1988973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6012180" y="692658"/>
            <a:ext cx="2160270" cy="864108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300216" y="1700784"/>
            <a:ext cx="1584198" cy="4320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TW" sz="2400" b="0" dirty="0">
                <a:solidFill>
                  <a:srgbClr val="000000"/>
                </a:solidFill>
                <a:latin typeface="Lucida Console"/>
              </a:rPr>
              <a:t>Output</a:t>
            </a:r>
            <a:endParaRPr lang="zh-TW" altLang="en-US" sz="2400" b="0" dirty="0">
              <a:solidFill>
                <a:srgbClr val="000000"/>
              </a:solidFill>
              <a:latin typeface="Lucida Console"/>
            </a:endParaRP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283965" y="3573171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2699766" y="1268730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4283999" y="2853166"/>
            <a:ext cx="576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</p:spTree>
    <p:extLst>
      <p:ext uri="{BB962C8B-B14F-4D97-AF65-F5344CB8AC3E}">
        <p14:creationId xmlns:p14="http://schemas.microsoft.com/office/powerpoint/2010/main" val="4261286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96296E-6 L 0 0.1048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3"/>
          <p:cNvSpPr txBox="1">
            <a:spLocks/>
          </p:cNvSpPr>
          <p:nvPr/>
        </p:nvSpPr>
        <p:spPr bwMode="auto">
          <a:xfrm>
            <a:off x="1115976" y="404978"/>
            <a:ext cx="2735934" cy="100800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44000" tIns="0" rIns="90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400" b="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kern="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number = </a:t>
            </a:r>
            <a:r>
              <a:rPr lang="en-US" altLang="zh-TW" sz="1600" kern="0" dirty="0">
                <a:solidFill>
                  <a:srgbClr val="0099FF"/>
                </a:solidFill>
                <a:latin typeface="Lucida Console"/>
              </a:rPr>
              <a:t>789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  digits( number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副標題 3"/>
          <p:cNvSpPr txBox="1">
            <a:spLocks/>
          </p:cNvSpPr>
          <p:nvPr/>
        </p:nvSpPr>
        <p:spPr bwMode="auto">
          <a:xfrm>
            <a:off x="395971" y="2132991"/>
            <a:ext cx="5328173" cy="115217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digits(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digits(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5" name="副標題 3"/>
          <p:cNvSpPr txBox="1">
            <a:spLocks/>
          </p:cNvSpPr>
          <p:nvPr/>
        </p:nvSpPr>
        <p:spPr bwMode="auto">
          <a:xfrm>
            <a:off x="1979983" y="3717189"/>
            <a:ext cx="5328360" cy="1151991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digits(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digits(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6" name="副標題 3"/>
          <p:cNvSpPr txBox="1">
            <a:spLocks/>
          </p:cNvSpPr>
          <p:nvPr/>
        </p:nvSpPr>
        <p:spPr bwMode="auto">
          <a:xfrm>
            <a:off x="3563993" y="5301387"/>
            <a:ext cx="5328547" cy="1151804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digits(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digits(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2699767" y="1988973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6012180" y="692658"/>
            <a:ext cx="2160270" cy="864108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300216" y="1700784"/>
            <a:ext cx="1584198" cy="4320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TW" sz="2400" b="0" dirty="0">
                <a:solidFill>
                  <a:srgbClr val="000000"/>
                </a:solidFill>
                <a:latin typeface="Lucida Console"/>
              </a:rPr>
              <a:t>Output</a:t>
            </a:r>
            <a:endParaRPr lang="zh-TW" altLang="en-US" sz="2400" b="0" dirty="0">
              <a:solidFill>
                <a:srgbClr val="000000"/>
              </a:solidFill>
              <a:latin typeface="Lucida Console"/>
            </a:endParaRP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283965" y="3573171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2699766" y="1268730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</p:spTree>
    <p:extLst>
      <p:ext uri="{BB962C8B-B14F-4D97-AF65-F5344CB8AC3E}">
        <p14:creationId xmlns:p14="http://schemas.microsoft.com/office/powerpoint/2010/main" val="42554858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3"/>
          <p:cNvSpPr txBox="1">
            <a:spLocks/>
          </p:cNvSpPr>
          <p:nvPr/>
        </p:nvSpPr>
        <p:spPr bwMode="auto">
          <a:xfrm>
            <a:off x="1115976" y="404978"/>
            <a:ext cx="2735934" cy="100800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44000" tIns="0" rIns="90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400" b="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kern="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number = </a:t>
            </a:r>
            <a:r>
              <a:rPr lang="en-US" altLang="zh-TW" sz="1600" kern="0" dirty="0">
                <a:solidFill>
                  <a:srgbClr val="0099FF"/>
                </a:solidFill>
                <a:latin typeface="Lucida Console"/>
              </a:rPr>
              <a:t>789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  digits( number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副標題 3"/>
          <p:cNvSpPr txBox="1">
            <a:spLocks/>
          </p:cNvSpPr>
          <p:nvPr/>
        </p:nvSpPr>
        <p:spPr bwMode="auto">
          <a:xfrm>
            <a:off x="395971" y="2132991"/>
            <a:ext cx="5328173" cy="115217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digits(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digits(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5" name="副標題 3"/>
          <p:cNvSpPr txBox="1">
            <a:spLocks/>
          </p:cNvSpPr>
          <p:nvPr/>
        </p:nvSpPr>
        <p:spPr bwMode="auto">
          <a:xfrm>
            <a:off x="1979983" y="3717189"/>
            <a:ext cx="5328360" cy="1151991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digits(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digits(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6" name="副標題 3"/>
          <p:cNvSpPr txBox="1">
            <a:spLocks/>
          </p:cNvSpPr>
          <p:nvPr/>
        </p:nvSpPr>
        <p:spPr bwMode="auto">
          <a:xfrm>
            <a:off x="3563993" y="5301387"/>
            <a:ext cx="5328547" cy="1151804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digits(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digits(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2699767" y="1988973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6012180" y="692658"/>
            <a:ext cx="2160270" cy="864108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300216" y="1700784"/>
            <a:ext cx="1584198" cy="4320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TW" sz="2400" b="0" dirty="0">
                <a:solidFill>
                  <a:srgbClr val="000000"/>
                </a:solidFill>
                <a:latin typeface="Lucida Console"/>
              </a:rPr>
              <a:t>Output</a:t>
            </a:r>
            <a:endParaRPr lang="zh-TW" altLang="en-US" sz="2400" b="0" dirty="0">
              <a:solidFill>
                <a:srgbClr val="000000"/>
              </a:solidFill>
              <a:latin typeface="Lucida Console"/>
            </a:endParaRP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283965" y="3573171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2699766" y="1268730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5868010" y="4437177"/>
            <a:ext cx="576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78224387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3"/>
          <p:cNvSpPr txBox="1">
            <a:spLocks/>
          </p:cNvSpPr>
          <p:nvPr/>
        </p:nvSpPr>
        <p:spPr bwMode="auto">
          <a:xfrm>
            <a:off x="1115976" y="404978"/>
            <a:ext cx="2735934" cy="100800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44000" tIns="0" rIns="90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400" b="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kern="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number = </a:t>
            </a:r>
            <a:r>
              <a:rPr lang="en-US" altLang="zh-TW" sz="1600" kern="0" dirty="0">
                <a:solidFill>
                  <a:srgbClr val="0099FF"/>
                </a:solidFill>
                <a:latin typeface="Lucida Console"/>
              </a:rPr>
              <a:t>789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  digits( number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副標題 3"/>
          <p:cNvSpPr txBox="1">
            <a:spLocks/>
          </p:cNvSpPr>
          <p:nvPr/>
        </p:nvSpPr>
        <p:spPr bwMode="auto">
          <a:xfrm>
            <a:off x="395971" y="2132991"/>
            <a:ext cx="5328173" cy="115217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digits(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digits(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5" name="副標題 3"/>
          <p:cNvSpPr txBox="1">
            <a:spLocks/>
          </p:cNvSpPr>
          <p:nvPr/>
        </p:nvSpPr>
        <p:spPr bwMode="auto">
          <a:xfrm>
            <a:off x="1979983" y="3717189"/>
            <a:ext cx="5328360" cy="1151991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digits(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digits(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6" name="副標題 3"/>
          <p:cNvSpPr txBox="1">
            <a:spLocks/>
          </p:cNvSpPr>
          <p:nvPr/>
        </p:nvSpPr>
        <p:spPr bwMode="auto">
          <a:xfrm>
            <a:off x="3563993" y="5301387"/>
            <a:ext cx="5328547" cy="1151804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digits(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digits(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2699767" y="1988973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6012180" y="692658"/>
            <a:ext cx="2160270" cy="864108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300216" y="1700784"/>
            <a:ext cx="1584198" cy="4320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TW" sz="2400" b="0" dirty="0">
                <a:solidFill>
                  <a:srgbClr val="000000"/>
                </a:solidFill>
                <a:latin typeface="Lucida Console"/>
              </a:rPr>
              <a:t>Output</a:t>
            </a:r>
            <a:endParaRPr lang="zh-TW" altLang="en-US" sz="2400" b="0" dirty="0">
              <a:solidFill>
                <a:srgbClr val="000000"/>
              </a:solidFill>
              <a:latin typeface="Lucida Console"/>
            </a:endParaRP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283965" y="3573171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5868163" y="5157369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2699766" y="1268730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5868010" y="4437177"/>
            <a:ext cx="576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485689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-4.07407E-6 L 0.00017 0.105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3"/>
          <p:cNvSpPr txBox="1">
            <a:spLocks/>
          </p:cNvSpPr>
          <p:nvPr/>
        </p:nvSpPr>
        <p:spPr bwMode="auto">
          <a:xfrm>
            <a:off x="1115976" y="404978"/>
            <a:ext cx="2735934" cy="100800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44000" tIns="0" rIns="90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400" b="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kern="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number = </a:t>
            </a:r>
            <a:r>
              <a:rPr lang="en-US" altLang="zh-TW" sz="1600" kern="0" dirty="0">
                <a:solidFill>
                  <a:srgbClr val="0099FF"/>
                </a:solidFill>
                <a:latin typeface="Lucida Console"/>
              </a:rPr>
              <a:t>789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  digits( number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副標題 3"/>
          <p:cNvSpPr txBox="1">
            <a:spLocks/>
          </p:cNvSpPr>
          <p:nvPr/>
        </p:nvSpPr>
        <p:spPr bwMode="auto">
          <a:xfrm>
            <a:off x="395971" y="2132991"/>
            <a:ext cx="5328173" cy="115217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digits(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digits(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5" name="副標題 3"/>
          <p:cNvSpPr txBox="1">
            <a:spLocks/>
          </p:cNvSpPr>
          <p:nvPr/>
        </p:nvSpPr>
        <p:spPr bwMode="auto">
          <a:xfrm>
            <a:off x="1979983" y="3717189"/>
            <a:ext cx="5328360" cy="1151991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digits(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digits(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6" name="副標題 3"/>
          <p:cNvSpPr txBox="1">
            <a:spLocks/>
          </p:cNvSpPr>
          <p:nvPr/>
        </p:nvSpPr>
        <p:spPr bwMode="auto">
          <a:xfrm>
            <a:off x="3563993" y="5301387"/>
            <a:ext cx="5328547" cy="1151804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digits(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digits(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2699767" y="1988973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6012180" y="692658"/>
            <a:ext cx="2160270" cy="864108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300216" y="1700784"/>
            <a:ext cx="1584198" cy="4320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TW" sz="2400" b="0" dirty="0">
                <a:solidFill>
                  <a:srgbClr val="000000"/>
                </a:solidFill>
                <a:latin typeface="Lucida Console"/>
              </a:rPr>
              <a:t>Output</a:t>
            </a:r>
            <a:endParaRPr lang="zh-TW" altLang="en-US" sz="2400" b="0" dirty="0">
              <a:solidFill>
                <a:srgbClr val="000000"/>
              </a:solidFill>
              <a:latin typeface="Lucida Console"/>
            </a:endParaRP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283965" y="3573171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5868163" y="5157369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2699766" y="1268730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</p:spTree>
    <p:extLst>
      <p:ext uri="{BB962C8B-B14F-4D97-AF65-F5344CB8AC3E}">
        <p14:creationId xmlns:p14="http://schemas.microsoft.com/office/powerpoint/2010/main" val="373264208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3"/>
          <p:cNvSpPr txBox="1">
            <a:spLocks/>
          </p:cNvSpPr>
          <p:nvPr/>
        </p:nvSpPr>
        <p:spPr bwMode="auto">
          <a:xfrm>
            <a:off x="1115976" y="404978"/>
            <a:ext cx="2735934" cy="100800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44000" tIns="0" rIns="90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400" b="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kern="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number = </a:t>
            </a:r>
            <a:r>
              <a:rPr lang="en-US" altLang="zh-TW" sz="1600" kern="0" dirty="0">
                <a:solidFill>
                  <a:srgbClr val="0099FF"/>
                </a:solidFill>
                <a:latin typeface="Lucida Console"/>
              </a:rPr>
              <a:t>789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  digits( number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副標題 3"/>
          <p:cNvSpPr txBox="1">
            <a:spLocks/>
          </p:cNvSpPr>
          <p:nvPr/>
        </p:nvSpPr>
        <p:spPr bwMode="auto">
          <a:xfrm>
            <a:off x="395971" y="2132991"/>
            <a:ext cx="5328173" cy="115217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digits(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digits(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5" name="副標題 3"/>
          <p:cNvSpPr txBox="1">
            <a:spLocks/>
          </p:cNvSpPr>
          <p:nvPr/>
        </p:nvSpPr>
        <p:spPr bwMode="auto">
          <a:xfrm>
            <a:off x="1979983" y="3717189"/>
            <a:ext cx="5328360" cy="1151991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digits(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digits(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6" name="副標題 3"/>
          <p:cNvSpPr txBox="1">
            <a:spLocks/>
          </p:cNvSpPr>
          <p:nvPr/>
        </p:nvSpPr>
        <p:spPr bwMode="auto">
          <a:xfrm>
            <a:off x="3563993" y="5301387"/>
            <a:ext cx="5328547" cy="1151804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digits(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digits(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2699767" y="1988973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6012180" y="692658"/>
            <a:ext cx="2160270" cy="864108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7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300216" y="1700784"/>
            <a:ext cx="1584198" cy="4320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TW" sz="2400" b="0" dirty="0">
                <a:solidFill>
                  <a:srgbClr val="000000"/>
                </a:solidFill>
                <a:latin typeface="Lucida Console"/>
              </a:rPr>
              <a:t>Output</a:t>
            </a:r>
            <a:endParaRPr lang="zh-TW" altLang="en-US" sz="2400" b="0" dirty="0">
              <a:solidFill>
                <a:srgbClr val="000000"/>
              </a:solidFill>
              <a:latin typeface="Lucida Console"/>
            </a:endParaRP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283965" y="3573171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5868163" y="5157369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2699766" y="1268730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</p:spTree>
    <p:extLst>
      <p:ext uri="{BB962C8B-B14F-4D97-AF65-F5344CB8AC3E}">
        <p14:creationId xmlns:p14="http://schemas.microsoft.com/office/powerpoint/2010/main" val="13384680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3"/>
          <p:cNvSpPr txBox="1">
            <a:spLocks/>
          </p:cNvSpPr>
          <p:nvPr/>
        </p:nvSpPr>
        <p:spPr bwMode="auto">
          <a:xfrm>
            <a:off x="1115976" y="404978"/>
            <a:ext cx="2735934" cy="100800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44000" tIns="0" rIns="90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400" b="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kern="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number = </a:t>
            </a:r>
            <a:r>
              <a:rPr lang="en-US" altLang="zh-TW" sz="1600" kern="0" dirty="0">
                <a:solidFill>
                  <a:srgbClr val="0099FF"/>
                </a:solidFill>
                <a:latin typeface="Lucida Console"/>
              </a:rPr>
              <a:t>789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  digits( number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副標題 3"/>
          <p:cNvSpPr txBox="1">
            <a:spLocks/>
          </p:cNvSpPr>
          <p:nvPr/>
        </p:nvSpPr>
        <p:spPr bwMode="auto">
          <a:xfrm>
            <a:off x="395971" y="2132991"/>
            <a:ext cx="5328173" cy="115217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digits(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digits(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5" name="副標題 3"/>
          <p:cNvSpPr txBox="1">
            <a:spLocks/>
          </p:cNvSpPr>
          <p:nvPr/>
        </p:nvSpPr>
        <p:spPr bwMode="auto">
          <a:xfrm>
            <a:off x="1979983" y="3717189"/>
            <a:ext cx="5328360" cy="1151991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digits(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digits(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6" name="副標題 3"/>
          <p:cNvSpPr txBox="1">
            <a:spLocks/>
          </p:cNvSpPr>
          <p:nvPr/>
        </p:nvSpPr>
        <p:spPr bwMode="auto">
          <a:xfrm>
            <a:off x="3563993" y="5301387"/>
            <a:ext cx="5328547" cy="1151804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digits(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digits(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2699767" y="1988973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6012180" y="692658"/>
            <a:ext cx="2160270" cy="864108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78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300216" y="1700784"/>
            <a:ext cx="1584198" cy="4320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TW" sz="2400" b="0" dirty="0">
                <a:solidFill>
                  <a:srgbClr val="000000"/>
                </a:solidFill>
                <a:latin typeface="Lucida Console"/>
              </a:rPr>
              <a:t>Output</a:t>
            </a:r>
            <a:endParaRPr lang="zh-TW" altLang="en-US" sz="2400" b="0" dirty="0">
              <a:solidFill>
                <a:srgbClr val="000000"/>
              </a:solidFill>
              <a:latin typeface="Lucida Console"/>
            </a:endParaRP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283965" y="3573171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5868163" y="5157369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2699766" y="1268730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</p:spTree>
    <p:extLst>
      <p:ext uri="{BB962C8B-B14F-4D97-AF65-F5344CB8AC3E}">
        <p14:creationId xmlns:p14="http://schemas.microsoft.com/office/powerpoint/2010/main" val="217022795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3"/>
          <p:cNvSpPr txBox="1">
            <a:spLocks/>
          </p:cNvSpPr>
          <p:nvPr/>
        </p:nvSpPr>
        <p:spPr bwMode="auto">
          <a:xfrm>
            <a:off x="1115976" y="404978"/>
            <a:ext cx="2735934" cy="100800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44000" tIns="0" rIns="90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400" b="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kern="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number = </a:t>
            </a:r>
            <a:r>
              <a:rPr lang="en-US" altLang="zh-TW" sz="1600" kern="0" dirty="0">
                <a:solidFill>
                  <a:srgbClr val="0099FF"/>
                </a:solidFill>
                <a:latin typeface="Lucida Console"/>
              </a:rPr>
              <a:t>789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  digits( number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副標題 3"/>
          <p:cNvSpPr txBox="1">
            <a:spLocks/>
          </p:cNvSpPr>
          <p:nvPr/>
        </p:nvSpPr>
        <p:spPr bwMode="auto">
          <a:xfrm>
            <a:off x="395971" y="2132991"/>
            <a:ext cx="5328173" cy="115217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digits(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digits(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5" name="副標題 3"/>
          <p:cNvSpPr txBox="1">
            <a:spLocks/>
          </p:cNvSpPr>
          <p:nvPr/>
        </p:nvSpPr>
        <p:spPr bwMode="auto">
          <a:xfrm>
            <a:off x="1979983" y="3717189"/>
            <a:ext cx="5328360" cy="1151991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digits(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digits(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6" name="副標題 3"/>
          <p:cNvSpPr txBox="1">
            <a:spLocks/>
          </p:cNvSpPr>
          <p:nvPr/>
        </p:nvSpPr>
        <p:spPr bwMode="auto">
          <a:xfrm>
            <a:off x="3563993" y="5301387"/>
            <a:ext cx="5328547" cy="1151804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digits(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digits(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2699767" y="1988973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6012180" y="692658"/>
            <a:ext cx="2160270" cy="864108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789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300216" y="1700784"/>
            <a:ext cx="1584198" cy="4320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TW" sz="2400" b="0" dirty="0">
                <a:solidFill>
                  <a:srgbClr val="000000"/>
                </a:solidFill>
                <a:latin typeface="Lucida Console"/>
              </a:rPr>
              <a:t>Output</a:t>
            </a:r>
            <a:endParaRPr lang="zh-TW" altLang="en-US" sz="2400" b="0" dirty="0">
              <a:solidFill>
                <a:srgbClr val="000000"/>
              </a:solidFill>
              <a:latin typeface="Lucida Console"/>
            </a:endParaRP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283965" y="3573171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5868163" y="5157369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2699766" y="1268730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</p:spTree>
    <p:extLst>
      <p:ext uri="{BB962C8B-B14F-4D97-AF65-F5344CB8AC3E}">
        <p14:creationId xmlns:p14="http://schemas.microsoft.com/office/powerpoint/2010/main" val="314591414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A180B9-4294-4EDB-91D1-70AF170BD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Prints Digits of An Integer Forward and Backward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669037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691980" y="1268984"/>
            <a:ext cx="3744026" cy="3744027"/>
          </a:xfrm>
        </p:spPr>
        <p:txBody>
          <a:bodyPr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digits(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9 )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digits(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/ 10 );</a:t>
            </a: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% 10;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  <a:p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reverse(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sz="1600" dirty="0"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sz="1600" dirty="0"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sz="1600" dirty="0">
                <a:ea typeface="細明體" panose="02020509000000000000" pitchFamily="49" charset="-120"/>
              </a:rPr>
              <a:t> % 10;</a:t>
            </a:r>
          </a:p>
          <a:p>
            <a:endParaRPr lang="en-US" altLang="zh-TW" sz="1600" dirty="0">
              <a:ea typeface="細明體" panose="02020509000000000000" pitchFamily="49" charset="-120"/>
            </a:endParaRPr>
          </a:p>
          <a:p>
            <a:r>
              <a:rPr lang="en-US" altLang="zh-TW" sz="1600" dirty="0">
                <a:ea typeface="細明體" panose="02020509000000000000" pitchFamily="49" charset="-120"/>
              </a:rPr>
              <a:t>   if(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sz="1600" dirty="0">
                <a:ea typeface="細明體" panose="02020509000000000000" pitchFamily="49" charset="-120"/>
              </a:rPr>
              <a:t> &gt; 9 )</a:t>
            </a:r>
          </a:p>
          <a:p>
            <a:r>
              <a:rPr lang="en-US" altLang="zh-TW" sz="1600" dirty="0">
                <a:ea typeface="細明體" panose="02020509000000000000" pitchFamily="49" charset="-120"/>
              </a:rPr>
              <a:t>      reverse(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sz="1600" dirty="0">
                <a:ea typeface="細明體" panose="02020509000000000000" pitchFamily="49" charset="-120"/>
              </a:rPr>
              <a:t> / 10 );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46740201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691980" y="1268984"/>
            <a:ext cx="5760040" cy="3744027"/>
          </a:xfrm>
        </p:spPr>
        <p:txBody>
          <a:bodyPr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digits(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9 ) digits(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/ 10 );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% 10;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  <a:p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reverse(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sz="1600" dirty="0"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sz="1600" dirty="0"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sz="1600" dirty="0">
                <a:ea typeface="細明體" panose="02020509000000000000" pitchFamily="49" charset="-120"/>
              </a:rPr>
              <a:t> % 10;</a:t>
            </a:r>
          </a:p>
          <a:p>
            <a:r>
              <a:rPr lang="en-US" altLang="zh-TW" sz="1600" dirty="0">
                <a:ea typeface="細明體" panose="02020509000000000000" pitchFamily="49" charset="-120"/>
              </a:rPr>
              <a:t>   if(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sz="1600" dirty="0">
                <a:ea typeface="細明體" panose="02020509000000000000" pitchFamily="49" charset="-120"/>
              </a:rPr>
              <a:t> &gt; 9 ) reverse(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sz="1600" dirty="0">
                <a:ea typeface="細明體" panose="02020509000000000000" pitchFamily="49" charset="-120"/>
              </a:rPr>
              <a:t> / 10 );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3991867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83973" y="260978"/>
            <a:ext cx="3743997" cy="1008007"/>
          </a:xfrm>
        </p:spPr>
        <p:txBody>
          <a:bodyPr lIns="36000" tIns="0"/>
          <a:lstStyle/>
          <a:p>
            <a:pPr lvl="0" eaLnBrk="1" hangingPunct="1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itchFamily="18" charset="0"/>
              </a:rPr>
              <a:t> main()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itchFamily="18" charset="0"/>
              </a:rPr>
              <a:t> number =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789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itchFamily="18" charset="0"/>
              </a:rPr>
              <a:t>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itchFamily="18" charset="0"/>
              </a:rPr>
              <a:t>   reverse( number );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itchFamily="18" charset="0"/>
              </a:rPr>
              <a:t>}</a:t>
            </a:r>
          </a:p>
        </p:txBody>
      </p:sp>
      <p:sp>
        <p:nvSpPr>
          <p:cNvPr id="8" name="內容版面配置區 7"/>
          <p:cNvSpPr>
            <a:spLocks noGrp="1"/>
          </p:cNvSpPr>
          <p:nvPr>
            <p:ph idx="13"/>
          </p:nvPr>
        </p:nvSpPr>
        <p:spPr>
          <a:xfrm>
            <a:off x="251970" y="3717002"/>
            <a:ext cx="4176000" cy="1152008"/>
          </a:xfrm>
        </p:spPr>
        <p:txBody>
          <a:bodyPr lIns="36000" tIns="10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reverse(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% 10;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if(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9 ) reverse(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/ 10 );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9" name="內容版面配置區 8"/>
          <p:cNvSpPr>
            <a:spLocks noGrp="1"/>
          </p:cNvSpPr>
          <p:nvPr>
            <p:ph idx="14"/>
          </p:nvPr>
        </p:nvSpPr>
        <p:spPr>
          <a:xfrm>
            <a:off x="4716002" y="3717002"/>
            <a:ext cx="4176000" cy="1152008"/>
          </a:xfrm>
        </p:spPr>
        <p:txBody>
          <a:bodyPr lIns="36000" tIns="10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digits(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9 ) digits(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/ 10 );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% 10;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0"/>
          </p:nvPr>
        </p:nvSpPr>
        <p:spPr>
          <a:xfrm>
            <a:off x="251970" y="5445014"/>
            <a:ext cx="4176000" cy="1152008"/>
          </a:xfrm>
        </p:spPr>
        <p:txBody>
          <a:bodyPr lIns="36000" tIns="10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reverse(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% 10;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if(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9 ) reverse(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/ 10 );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4" name="內容版面配置區 3"/>
          <p:cNvSpPr>
            <a:spLocks noGrp="1"/>
          </p:cNvSpPr>
          <p:nvPr>
            <p:ph idx="10"/>
          </p:nvPr>
        </p:nvSpPr>
        <p:spPr>
          <a:xfrm>
            <a:off x="251970" y="1988990"/>
            <a:ext cx="4176000" cy="1152008"/>
          </a:xfrm>
        </p:spPr>
        <p:txBody>
          <a:bodyPr lIns="36000" tIns="10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reverse(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% 10;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if(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9 ) reverse(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/ 10 );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7" name="內容版面配置區 6"/>
          <p:cNvSpPr>
            <a:spLocks noGrp="1"/>
          </p:cNvSpPr>
          <p:nvPr>
            <p:ph idx="12"/>
          </p:nvPr>
        </p:nvSpPr>
        <p:spPr>
          <a:xfrm>
            <a:off x="4716002" y="5445014"/>
            <a:ext cx="4176000" cy="1152008"/>
          </a:xfrm>
        </p:spPr>
        <p:txBody>
          <a:bodyPr lIns="36000" tIns="10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digits(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9 ) digits(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/ 10 );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% 10;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6" name="內容版面配置區 5"/>
          <p:cNvSpPr>
            <a:spLocks noGrp="1"/>
          </p:cNvSpPr>
          <p:nvPr>
            <p:ph idx="12"/>
          </p:nvPr>
        </p:nvSpPr>
        <p:spPr>
          <a:xfrm>
            <a:off x="4716002" y="1988990"/>
            <a:ext cx="4176000" cy="1152008"/>
          </a:xfrm>
        </p:spPr>
        <p:txBody>
          <a:bodyPr lIns="36000" tIns="10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digits(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9 ) digits(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/ 10 );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% 10;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10" name="內容版面配置區 9"/>
          <p:cNvSpPr>
            <a:spLocks noGrp="1"/>
          </p:cNvSpPr>
          <p:nvPr>
            <p:ph idx="15"/>
          </p:nvPr>
        </p:nvSpPr>
        <p:spPr>
          <a:xfrm>
            <a:off x="5148004" y="260978"/>
            <a:ext cx="3743997" cy="1008007"/>
          </a:xfrm>
        </p:spPr>
        <p:txBody>
          <a:bodyPr lIns="36000" tIns="0"/>
          <a:lstStyle/>
          <a:p>
            <a:pPr lvl="0" eaLnBrk="1" hangingPunct="1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  <a:cs typeface="Times New Roman" pitchFamily="18" charset="0"/>
              </a:rPr>
              <a:t> main()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  <a:cs typeface="Times New Roman" pitchFamily="18" charset="0"/>
              </a:rPr>
              <a:t> number = </a:t>
            </a:r>
            <a:r>
              <a:rPr lang="en-US" altLang="zh-TW" sz="1600" dirty="0">
                <a:solidFill>
                  <a:srgbClr val="0099FF"/>
                </a:solidFill>
                <a:cs typeface="Times New Roman" pitchFamily="18" charset="0"/>
              </a:rPr>
              <a:t>789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  <a:cs typeface="Times New Roman" pitchFamily="18" charset="0"/>
              </a:rPr>
              <a:t>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  <a:cs typeface="Times New Roman" pitchFamily="18" charset="0"/>
              </a:rPr>
              <a:t>   digits( number );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  <a:cs typeface="Times New Roman" pitchFamily="18" charset="0"/>
              </a:rPr>
              <a:t>}</a:t>
            </a: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2267985" y="1844989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2267985" y="1124984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6588015" y="1844989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6588015" y="1124984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3275992" y="2420993"/>
            <a:ext cx="576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7596022" y="2708995"/>
            <a:ext cx="576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2267985" y="3573001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6588015" y="3573001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3275992" y="4149005"/>
            <a:ext cx="576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7596022" y="4437007"/>
            <a:ext cx="576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</a:p>
        </p:txBody>
      </p:sp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2267985" y="5301013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</a:p>
        </p:txBody>
      </p:sp>
      <p:sp>
        <p:nvSpPr>
          <p:cNvPr id="27" name="Text Box 11"/>
          <p:cNvSpPr txBox="1">
            <a:spLocks noChangeArrowheads="1"/>
          </p:cNvSpPr>
          <p:nvPr/>
        </p:nvSpPr>
        <p:spPr bwMode="auto">
          <a:xfrm>
            <a:off x="6588015" y="5301013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</a:p>
        </p:txBody>
      </p:sp>
      <p:sp>
        <p:nvSpPr>
          <p:cNvPr id="28" name="Text Box 11"/>
          <p:cNvSpPr txBox="1">
            <a:spLocks noChangeArrowheads="1"/>
          </p:cNvSpPr>
          <p:nvPr/>
        </p:nvSpPr>
        <p:spPr bwMode="auto">
          <a:xfrm>
            <a:off x="1835981" y="2276992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lIns="0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9</a:t>
            </a:r>
          </a:p>
        </p:txBody>
      </p: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6300012" y="2852996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lIns="0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9</a:t>
            </a:r>
          </a:p>
        </p:txBody>
      </p:sp>
      <p:sp>
        <p:nvSpPr>
          <p:cNvPr id="30" name="Text Box 11"/>
          <p:cNvSpPr txBox="1">
            <a:spLocks noChangeArrowheads="1"/>
          </p:cNvSpPr>
          <p:nvPr/>
        </p:nvSpPr>
        <p:spPr bwMode="auto">
          <a:xfrm>
            <a:off x="1835981" y="400500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lIns="0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8</a:t>
            </a:r>
          </a:p>
        </p:txBody>
      </p:sp>
      <p:sp>
        <p:nvSpPr>
          <p:cNvPr id="31" name="Text Box 11"/>
          <p:cNvSpPr txBox="1">
            <a:spLocks noChangeArrowheads="1"/>
          </p:cNvSpPr>
          <p:nvPr/>
        </p:nvSpPr>
        <p:spPr bwMode="auto">
          <a:xfrm>
            <a:off x="6300012" y="4581008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lIns="0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8</a:t>
            </a:r>
          </a:p>
        </p:txBody>
      </p:sp>
      <p:sp>
        <p:nvSpPr>
          <p:cNvPr id="32" name="Text Box 11"/>
          <p:cNvSpPr txBox="1">
            <a:spLocks noChangeArrowheads="1"/>
          </p:cNvSpPr>
          <p:nvPr/>
        </p:nvSpPr>
        <p:spPr bwMode="auto">
          <a:xfrm>
            <a:off x="1835981" y="5733016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lIns="0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</a:p>
        </p:txBody>
      </p:sp>
      <p:sp>
        <p:nvSpPr>
          <p:cNvPr id="33" name="Text Box 11"/>
          <p:cNvSpPr txBox="1">
            <a:spLocks noChangeArrowheads="1"/>
          </p:cNvSpPr>
          <p:nvPr/>
        </p:nvSpPr>
        <p:spPr bwMode="auto">
          <a:xfrm>
            <a:off x="6300012" y="6309020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lIns="0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406227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96296E-6 L 0 0.1048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96296E-6 L 0 0.1048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96296E-6 L 0 0.10486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96296E-6 L 0 0.10486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96296E-6 L 0 0.10486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96296E-6 L 0 0.10486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96296E-6 L 0 0.10486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96296E-6 L 0 0.10486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96296E-6 L 0 0.10486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96296E-6 L 0 0.10486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24" grpId="0"/>
      <p:bldP spid="25" grpId="0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>
          <a:xfrm>
            <a:off x="792000" y="2708908"/>
            <a:ext cx="7560000" cy="1440184"/>
          </a:xfrm>
        </p:spPr>
        <p:txBody>
          <a:bodyPr/>
          <a:lstStyle/>
          <a:p>
            <a:pPr eaLnBrk="1" hangingPunct="1"/>
            <a:r>
              <a:rPr lang="en-US" altLang="zh-TW" sz="5400" dirty="0">
                <a:ea typeface="新細明體" pitchFamily="18" charset="-120"/>
              </a:rPr>
              <a:t>Recursive </a:t>
            </a:r>
            <a:r>
              <a:rPr lang="en-US" altLang="zh-TW" dirty="0">
                <a:ea typeface="新細明體" pitchFamily="18" charset="-120"/>
              </a:rPr>
              <a:t>Prints an Array</a:t>
            </a:r>
            <a:endParaRPr lang="en-US" altLang="zh-TW" sz="5400" dirty="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5568170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3"/>
          <p:cNvSpPr>
            <a:spLocks noGrp="1"/>
          </p:cNvSpPr>
          <p:nvPr>
            <p:ph idx="1"/>
          </p:nvPr>
        </p:nvSpPr>
        <p:spPr>
          <a:xfrm>
            <a:off x="972000" y="729000"/>
            <a:ext cx="5220322" cy="3240071"/>
          </a:xfrm>
        </p:spPr>
        <p:txBody>
          <a:bodyPr lIns="90000" tIns="108000" rIns="90000"/>
          <a:lstStyle/>
          <a:p>
            <a:pPr>
              <a:spcBef>
                <a:spcPts val="0"/>
              </a:spcBef>
            </a:pPr>
            <a:r>
              <a:rPr lang="en-US" altLang="zh-TW" sz="1600" dirty="0" err="1">
                <a:solidFill>
                  <a:srgbClr val="0000FF"/>
                </a:solidFill>
                <a:latin typeface="Lucida Console"/>
              </a:rPr>
              <a:t>const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arraySize =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3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;</a:t>
            </a:r>
          </a:p>
          <a:p>
            <a:pPr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data[ arraySize ];</a:t>
            </a:r>
          </a:p>
          <a:p>
            <a:pPr>
              <a:spcBef>
                <a:spcPts val="0"/>
              </a:spcBef>
            </a:pPr>
            <a:endParaRPr lang="en-US" altLang="zh-TW" sz="1600" b="0" dirty="0">
              <a:solidFill>
                <a:srgbClr val="0000FF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r>
              <a:rPr lang="en-US" altLang="zh-TW" sz="1600" b="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 main()</a:t>
            </a:r>
          </a:p>
          <a:p>
            <a:pPr>
              <a:spcBef>
                <a:spcPts val="0"/>
              </a:spcBef>
            </a:pP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{</a:t>
            </a:r>
            <a:endParaRPr lang="zh-TW" altLang="en-US" sz="1600" b="0" dirty="0">
              <a:solidFill>
                <a:prstClr val="black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r>
              <a:rPr lang="nn-NO" altLang="zh-TW" sz="1600" b="0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nn-NO" altLang="zh-TW" sz="1600" b="0" dirty="0">
                <a:solidFill>
                  <a:srgbClr val="0000FF"/>
                </a:solidFill>
                <a:latin typeface="Lucida Console"/>
              </a:rPr>
              <a:t>for</a:t>
            </a:r>
            <a:r>
              <a:rPr lang="nn-NO" altLang="zh-TW" sz="1600" b="0" dirty="0">
                <a:solidFill>
                  <a:prstClr val="black"/>
                </a:solidFill>
                <a:latin typeface="Lucida Console"/>
              </a:rPr>
              <a:t>( </a:t>
            </a:r>
            <a:r>
              <a:rPr lang="nn-NO" altLang="zh-TW" sz="1600" b="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nn-NO" altLang="zh-TW" sz="1600" b="0" dirty="0">
                <a:solidFill>
                  <a:prstClr val="black"/>
                </a:solidFill>
                <a:latin typeface="Lucida Console"/>
              </a:rPr>
              <a:t> i = </a:t>
            </a:r>
            <a:r>
              <a:rPr lang="nn-NO" altLang="zh-TW" sz="1600" b="0" dirty="0">
                <a:solidFill>
                  <a:srgbClr val="0099FF"/>
                </a:solidFill>
                <a:latin typeface="Lucida Console"/>
              </a:rPr>
              <a:t>0</a:t>
            </a:r>
            <a:r>
              <a:rPr lang="nn-NO" altLang="zh-TW" sz="1600" b="0" dirty="0">
                <a:solidFill>
                  <a:prstClr val="black"/>
                </a:solidFill>
                <a:latin typeface="Lucida Console"/>
              </a:rPr>
              <a:t>; i &lt; arraySize; i++ )</a:t>
            </a:r>
          </a:p>
          <a:p>
            <a:pPr>
              <a:spcBef>
                <a:spcPts val="0"/>
              </a:spcBef>
            </a:pP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      data[ i ] = </a:t>
            </a:r>
            <a:r>
              <a:rPr lang="en-US" altLang="zh-TW" sz="1600" b="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 + rand() % </a:t>
            </a:r>
            <a:r>
              <a:rPr lang="en-US" altLang="zh-TW" sz="1600" b="0" dirty="0">
                <a:solidFill>
                  <a:srgbClr val="0099FF"/>
                </a:solidFill>
                <a:latin typeface="Lucida Console"/>
              </a:rPr>
              <a:t>10</a:t>
            </a: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;</a:t>
            </a:r>
          </a:p>
          <a:p>
            <a:pPr>
              <a:spcBef>
                <a:spcPts val="0"/>
              </a:spcBef>
            </a:pPr>
            <a:endParaRPr lang="zh-TW" altLang="en-US" sz="1600" b="0" dirty="0">
              <a:solidFill>
                <a:prstClr val="black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r>
              <a:rPr lang="en-US" altLang="zh-TW" sz="1600" b="0" dirty="0">
                <a:latin typeface="Lucida Console"/>
              </a:rPr>
              <a:t>   </a:t>
            </a:r>
            <a:r>
              <a:rPr lang="en-US" altLang="zh-TW" sz="1600" b="0" dirty="0" err="1">
                <a:latin typeface="Lucida Console"/>
              </a:rPr>
              <a:t>cout</a:t>
            </a:r>
            <a:r>
              <a:rPr lang="en-US" altLang="zh-TW" sz="1600" b="0" dirty="0">
                <a:latin typeface="Lucida Console"/>
              </a:rPr>
              <a:t> &lt;&lt; </a:t>
            </a:r>
            <a:r>
              <a:rPr lang="en-US" altLang="zh-TW" sz="1600" b="0" dirty="0">
                <a:solidFill>
                  <a:srgbClr val="0099FF"/>
                </a:solidFill>
                <a:latin typeface="Lucida Console"/>
              </a:rPr>
              <a:t>"\n\</a:t>
            </a:r>
            <a:r>
              <a:rPr lang="en-US" altLang="zh-TW" sz="1600" b="0" dirty="0" err="1">
                <a:solidFill>
                  <a:srgbClr val="0099FF"/>
                </a:solidFill>
                <a:latin typeface="Lucida Console"/>
              </a:rPr>
              <a:t>n</a:t>
            </a:r>
            <a:r>
              <a:rPr lang="en-US" altLang="zh-TW" sz="1600" dirty="0" err="1">
                <a:solidFill>
                  <a:srgbClr val="0099FF"/>
                </a:solidFill>
                <a:latin typeface="Lucida Console"/>
              </a:rPr>
              <a:t>Array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 values: </a:t>
            </a:r>
            <a:r>
              <a:rPr lang="en-US" altLang="zh-TW" sz="1600" b="0" dirty="0">
                <a:solidFill>
                  <a:srgbClr val="0099FF"/>
                </a:solidFill>
                <a:latin typeface="Lucida Console"/>
              </a:rPr>
              <a:t>"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;</a:t>
            </a:r>
            <a:endParaRPr lang="en-US" altLang="zh-TW" sz="1600" b="0" dirty="0">
              <a:solidFill>
                <a:srgbClr val="0099FF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en-US" altLang="zh-TW" sz="1600" dirty="0" err="1">
                <a:solidFill>
                  <a:prstClr val="black"/>
                </a:solidFill>
                <a:latin typeface="Lucida Console"/>
              </a:rPr>
              <a:t>recursivePrintArray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( </a:t>
            </a: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arraySize - </a:t>
            </a:r>
            <a:r>
              <a:rPr lang="en-US" altLang="zh-TW" sz="1600" b="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 );</a:t>
            </a:r>
          </a:p>
          <a:p>
            <a:pPr>
              <a:spcBef>
                <a:spcPts val="0"/>
              </a:spcBef>
            </a:pPr>
            <a:r>
              <a:rPr lang="en-US" altLang="zh-TW" sz="1600" dirty="0">
                <a:latin typeface="Lucida Console"/>
              </a:rPr>
              <a:t>   </a:t>
            </a:r>
            <a:r>
              <a:rPr lang="en-US" altLang="zh-TW" sz="1600" dirty="0" err="1">
                <a:latin typeface="Lucida Console"/>
              </a:rPr>
              <a:t>cout</a:t>
            </a:r>
            <a:r>
              <a:rPr lang="en-US" altLang="zh-TW" sz="1600" dirty="0">
                <a:latin typeface="Lucida Console"/>
              </a:rPr>
              <a:t> </a:t>
            </a: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&lt;&lt; </a:t>
            </a:r>
            <a:r>
              <a:rPr lang="en-US" altLang="zh-TW" sz="1600" b="0" dirty="0" err="1">
                <a:solidFill>
                  <a:prstClr val="black"/>
                </a:solidFill>
                <a:latin typeface="Lucida Console"/>
              </a:rPr>
              <a:t>endl</a:t>
            </a: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 &lt;&lt; </a:t>
            </a:r>
            <a:r>
              <a:rPr lang="en-US" altLang="zh-TW" sz="1600" b="0" dirty="0" err="1">
                <a:solidFill>
                  <a:prstClr val="black"/>
                </a:solidFill>
                <a:latin typeface="Lucida Console"/>
              </a:rPr>
              <a:t>endl</a:t>
            </a: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;</a:t>
            </a:r>
            <a:endParaRPr lang="zh-TW" altLang="en-US" sz="1600" dirty="0">
              <a:solidFill>
                <a:prstClr val="black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}</a:t>
            </a:r>
            <a:endParaRPr lang="zh-TW" altLang="en-US" sz="1600" dirty="0"/>
          </a:p>
        </p:txBody>
      </p:sp>
      <p:sp>
        <p:nvSpPr>
          <p:cNvPr id="2" name="內容版面配置區 1"/>
          <p:cNvSpPr>
            <a:spLocks noGrp="1"/>
          </p:cNvSpPr>
          <p:nvPr>
            <p:ph idx="10"/>
          </p:nvPr>
        </p:nvSpPr>
        <p:spPr>
          <a:xfrm>
            <a:off x="792321" y="4329116"/>
            <a:ext cx="5220000" cy="2160276"/>
          </a:xfrm>
        </p:spPr>
        <p:txBody>
          <a:bodyPr lIns="36000" tIns="180000"/>
          <a:lstStyle/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void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</a:t>
            </a:r>
            <a:r>
              <a:rPr lang="en-US" altLang="zh-TW" sz="1600" dirty="0" err="1">
                <a:solidFill>
                  <a:prstClr val="black"/>
                </a:solidFill>
                <a:latin typeface="Lucida Console"/>
              </a:rPr>
              <a:t>recursivePrintArray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(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last 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chemeClr val="bg1"/>
                </a:solidFill>
                <a:latin typeface="Lucida Console"/>
              </a:rPr>
              <a:t>   if( last &gt; 0 )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chemeClr val="bg1"/>
                </a:solidFill>
                <a:latin typeface="Lucida Console"/>
              </a:rPr>
              <a:t>      </a:t>
            </a:r>
            <a:r>
              <a:rPr lang="en-US" altLang="zh-TW" sz="1600" dirty="0" err="1">
                <a:solidFill>
                  <a:schemeClr val="bg1"/>
                </a:solidFill>
                <a:latin typeface="Lucida Console"/>
              </a:rPr>
              <a:t>recursivePrintArray</a:t>
            </a:r>
            <a:r>
              <a:rPr lang="en-US" altLang="zh-TW" sz="1600" dirty="0">
                <a:solidFill>
                  <a:schemeClr val="bg1"/>
                </a:solidFill>
                <a:latin typeface="Lucida Console"/>
              </a:rPr>
              <a:t>( last - 1 );</a:t>
            </a:r>
          </a:p>
          <a:p>
            <a:pPr lvl="0">
              <a:spcBef>
                <a:spcPts val="0"/>
              </a:spcBef>
            </a:pPr>
            <a:endParaRPr lang="en-US" altLang="zh-TW" sz="1600" dirty="0">
              <a:solidFill>
                <a:schemeClr val="bg1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chemeClr val="bg1"/>
                </a:solidFill>
                <a:latin typeface="Lucida Console"/>
              </a:rPr>
              <a:t>   cout &lt;&lt; </a:t>
            </a:r>
            <a:r>
              <a:rPr lang="en-US" altLang="zh-TW" sz="1600" dirty="0" err="1">
                <a:solidFill>
                  <a:schemeClr val="bg1"/>
                </a:solidFill>
                <a:latin typeface="Lucida Console"/>
              </a:rPr>
              <a:t>setw</a:t>
            </a:r>
            <a:r>
              <a:rPr lang="en-US" altLang="zh-TW" sz="1600" dirty="0">
                <a:solidFill>
                  <a:schemeClr val="bg1"/>
                </a:solidFill>
                <a:latin typeface="Lucida Console"/>
              </a:rPr>
              <a:t>( 5 ) &lt;&lt; data[ last ];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}</a:t>
            </a:r>
            <a:endParaRPr lang="en-US" altLang="zh-TW" sz="1600" dirty="0">
              <a:solidFill>
                <a:srgbClr val="000000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8922780"/>
              </p:ext>
            </p:extLst>
          </p:nvPr>
        </p:nvGraphicFramePr>
        <p:xfrm>
          <a:off x="7596021" y="3284999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450812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3"/>
          <p:cNvSpPr>
            <a:spLocks noGrp="1"/>
          </p:cNvSpPr>
          <p:nvPr>
            <p:ph idx="1"/>
          </p:nvPr>
        </p:nvSpPr>
        <p:spPr>
          <a:xfrm>
            <a:off x="972000" y="729000"/>
            <a:ext cx="5220322" cy="3240071"/>
          </a:xfrm>
        </p:spPr>
        <p:txBody>
          <a:bodyPr lIns="90000" tIns="108000" rIns="90000"/>
          <a:lstStyle/>
          <a:p>
            <a:pPr lvl="0">
              <a:spcBef>
                <a:spcPts val="0"/>
              </a:spcBef>
            </a:pPr>
            <a:r>
              <a:rPr lang="en-US" altLang="zh-TW" sz="1600" dirty="0" err="1">
                <a:solidFill>
                  <a:srgbClr val="0000FF"/>
                </a:solidFill>
                <a:latin typeface="Lucida Console"/>
              </a:rPr>
              <a:t>const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arraySize =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;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data[ arraySize ];</a:t>
            </a:r>
          </a:p>
          <a:p>
            <a:pPr lvl="0">
              <a:spcBef>
                <a:spcPts val="0"/>
              </a:spcBef>
            </a:pPr>
            <a:endParaRPr lang="en-US" altLang="zh-TW" sz="1600" dirty="0">
              <a:solidFill>
                <a:srgbClr val="0000FF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{</a:t>
            </a:r>
            <a:endParaRPr lang="zh-TW" altLang="en-US" sz="1600" dirty="0">
              <a:solidFill>
                <a:prstClr val="black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nn-NO" altLang="zh-TW" sz="1600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nn-NO" altLang="zh-TW" sz="1600" dirty="0">
                <a:solidFill>
                  <a:srgbClr val="0000FF"/>
                </a:solidFill>
                <a:latin typeface="Lucida Console"/>
              </a:rPr>
              <a:t>for</a:t>
            </a:r>
            <a:r>
              <a:rPr lang="nn-NO" altLang="zh-TW" sz="1600" dirty="0">
                <a:solidFill>
                  <a:prstClr val="black"/>
                </a:solidFill>
                <a:latin typeface="Lucida Console"/>
              </a:rPr>
              <a:t>( </a:t>
            </a:r>
            <a:r>
              <a:rPr lang="nn-NO" altLang="zh-TW" sz="16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nn-NO" altLang="zh-TW" sz="1600" dirty="0">
                <a:solidFill>
                  <a:prstClr val="black"/>
                </a:solidFill>
                <a:latin typeface="Lucida Console"/>
              </a:rPr>
              <a:t> i = </a:t>
            </a:r>
            <a:r>
              <a:rPr lang="nn-NO" altLang="zh-TW" sz="1600" dirty="0">
                <a:solidFill>
                  <a:srgbClr val="0099FF"/>
                </a:solidFill>
                <a:latin typeface="Lucida Console"/>
              </a:rPr>
              <a:t>0</a:t>
            </a:r>
            <a:r>
              <a:rPr lang="nn-NO" altLang="zh-TW" sz="1600" dirty="0">
                <a:solidFill>
                  <a:prstClr val="black"/>
                </a:solidFill>
                <a:latin typeface="Lucida Console"/>
              </a:rPr>
              <a:t>; i &lt; arraySize; i++ 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     data[ i ] =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+ rand() %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10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;</a:t>
            </a:r>
          </a:p>
          <a:p>
            <a:pPr lvl="0">
              <a:spcBef>
                <a:spcPts val="0"/>
              </a:spcBef>
            </a:pPr>
            <a:endParaRPr lang="zh-TW" altLang="en-US" sz="1600" dirty="0">
              <a:solidFill>
                <a:prstClr val="black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</a:rPr>
              <a:t>   cout &lt;&lt;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"\n\</a:t>
            </a:r>
            <a:r>
              <a:rPr lang="en-US" altLang="zh-TW" sz="1600" dirty="0" err="1">
                <a:solidFill>
                  <a:srgbClr val="0099FF"/>
                </a:solidFill>
                <a:latin typeface="Lucida Console"/>
              </a:rPr>
              <a:t>nArray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 values: "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;</a:t>
            </a:r>
            <a:endParaRPr lang="en-US" altLang="zh-TW" sz="1600" dirty="0">
              <a:solidFill>
                <a:srgbClr val="0099FF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en-US" altLang="zh-TW" sz="1600" dirty="0" err="1">
                <a:solidFill>
                  <a:prstClr val="black"/>
                </a:solidFill>
                <a:latin typeface="Lucida Console"/>
              </a:rPr>
              <a:t>recursivePrintArray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( arraySize -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</a:rPr>
              <a:t>   cout 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&lt;&lt; endl &lt;&lt; endl;</a:t>
            </a:r>
            <a:endParaRPr lang="zh-TW" altLang="en-US" sz="1600" dirty="0">
              <a:solidFill>
                <a:prstClr val="black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}</a:t>
            </a:r>
            <a:endParaRPr lang="zh-TW" altLang="en-US" sz="1600" dirty="0">
              <a:solidFill>
                <a:srgbClr val="000000"/>
              </a:solidFill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0"/>
          </p:nvPr>
        </p:nvSpPr>
        <p:spPr>
          <a:xfrm>
            <a:off x="792321" y="4329116"/>
            <a:ext cx="5220000" cy="2160276"/>
          </a:xfrm>
        </p:spPr>
        <p:txBody>
          <a:bodyPr lIns="36000" tIns="180000"/>
          <a:lstStyle/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void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</a:t>
            </a:r>
            <a:r>
              <a:rPr lang="en-US" altLang="zh-TW" sz="1600" dirty="0" err="1">
                <a:solidFill>
                  <a:prstClr val="black"/>
                </a:solidFill>
                <a:latin typeface="Lucida Console"/>
              </a:rPr>
              <a:t>recursivePrintArray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(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last 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if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( last &gt;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0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     </a:t>
            </a:r>
            <a:r>
              <a:rPr lang="en-US" altLang="zh-TW" sz="1600" dirty="0" err="1">
                <a:solidFill>
                  <a:prstClr val="black"/>
                </a:solidFill>
                <a:latin typeface="Lucida Console"/>
              </a:rPr>
              <a:t>recursivePrintArray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( last -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);</a:t>
            </a:r>
          </a:p>
          <a:p>
            <a:pPr lvl="0">
              <a:spcBef>
                <a:spcPts val="0"/>
              </a:spcBef>
            </a:pPr>
            <a:endParaRPr lang="en-US" altLang="zh-TW" sz="1600" dirty="0">
              <a:solidFill>
                <a:prstClr val="black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  cout &lt;&lt; </a:t>
            </a:r>
            <a:r>
              <a:rPr lang="en-US" altLang="zh-TW" sz="1600" dirty="0" err="1">
                <a:solidFill>
                  <a:prstClr val="black"/>
                </a:solidFill>
                <a:latin typeface="Lucida Console"/>
              </a:rPr>
              <a:t>setw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(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5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) &lt;&lt; data[ last ];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}</a:t>
            </a:r>
            <a:endParaRPr lang="en-US" altLang="zh-TW" sz="1600" dirty="0">
              <a:solidFill>
                <a:srgbClr val="000000"/>
              </a:solidFill>
            </a:endParaRPr>
          </a:p>
        </p:txBody>
      </p:sp>
      <p:sp>
        <p:nvSpPr>
          <p:cNvPr id="5" name="Text Box 11"/>
          <p:cNvSpPr txBox="1">
            <a:spLocks noChangeArrowheads="1"/>
          </p:cNvSpPr>
          <p:nvPr/>
        </p:nvSpPr>
        <p:spPr bwMode="auto">
          <a:xfrm>
            <a:off x="4572321" y="3249001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0</a:t>
            </a:r>
          </a:p>
        </p:txBody>
      </p:sp>
      <p:sp>
        <p:nvSpPr>
          <p:cNvPr id="6" name="Text Box 11"/>
          <p:cNvSpPr txBox="1">
            <a:spLocks noChangeArrowheads="1"/>
          </p:cNvSpPr>
          <p:nvPr/>
        </p:nvSpPr>
        <p:spPr bwMode="auto">
          <a:xfrm>
            <a:off x="4572321" y="4149001"/>
            <a:ext cx="360000" cy="360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339933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3398202"/>
              </p:ext>
            </p:extLst>
          </p:nvPr>
        </p:nvGraphicFramePr>
        <p:xfrm>
          <a:off x="7596021" y="3284999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616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0 L 0.00017 0.1312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55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3"/>
          <p:cNvSpPr>
            <a:spLocks noGrp="1"/>
          </p:cNvSpPr>
          <p:nvPr>
            <p:ph idx="1"/>
          </p:nvPr>
        </p:nvSpPr>
        <p:spPr>
          <a:xfrm>
            <a:off x="972000" y="729000"/>
            <a:ext cx="5220322" cy="3240071"/>
          </a:xfrm>
        </p:spPr>
        <p:txBody>
          <a:bodyPr lIns="90000" tIns="108000" rIns="90000"/>
          <a:lstStyle/>
          <a:p>
            <a:pPr lvl="0">
              <a:spcBef>
                <a:spcPts val="0"/>
              </a:spcBef>
            </a:pPr>
            <a:r>
              <a:rPr lang="en-US" altLang="zh-TW" sz="1600" dirty="0" err="1">
                <a:solidFill>
                  <a:srgbClr val="0000FF"/>
                </a:solidFill>
                <a:latin typeface="Lucida Console"/>
              </a:rPr>
              <a:t>const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arraySize =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2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;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data[ arraySize ];</a:t>
            </a:r>
          </a:p>
          <a:p>
            <a:pPr lvl="0">
              <a:spcBef>
                <a:spcPts val="0"/>
              </a:spcBef>
            </a:pPr>
            <a:endParaRPr lang="en-US" altLang="zh-TW" sz="1600" dirty="0">
              <a:solidFill>
                <a:srgbClr val="0000FF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{</a:t>
            </a:r>
            <a:endParaRPr lang="zh-TW" altLang="en-US" sz="1600" dirty="0">
              <a:solidFill>
                <a:prstClr val="black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nn-NO" altLang="zh-TW" sz="1600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nn-NO" altLang="zh-TW" sz="1600" dirty="0">
                <a:solidFill>
                  <a:srgbClr val="0000FF"/>
                </a:solidFill>
                <a:latin typeface="Lucida Console"/>
              </a:rPr>
              <a:t>for</a:t>
            </a:r>
            <a:r>
              <a:rPr lang="nn-NO" altLang="zh-TW" sz="1600" dirty="0">
                <a:solidFill>
                  <a:prstClr val="black"/>
                </a:solidFill>
                <a:latin typeface="Lucida Console"/>
              </a:rPr>
              <a:t>( </a:t>
            </a:r>
            <a:r>
              <a:rPr lang="nn-NO" altLang="zh-TW" sz="16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nn-NO" altLang="zh-TW" sz="1600" dirty="0">
                <a:solidFill>
                  <a:prstClr val="black"/>
                </a:solidFill>
                <a:latin typeface="Lucida Console"/>
              </a:rPr>
              <a:t> i = </a:t>
            </a:r>
            <a:r>
              <a:rPr lang="nn-NO" altLang="zh-TW" sz="1600" dirty="0">
                <a:solidFill>
                  <a:srgbClr val="0099FF"/>
                </a:solidFill>
                <a:latin typeface="Lucida Console"/>
              </a:rPr>
              <a:t>0</a:t>
            </a:r>
            <a:r>
              <a:rPr lang="nn-NO" altLang="zh-TW" sz="1600" dirty="0">
                <a:solidFill>
                  <a:prstClr val="black"/>
                </a:solidFill>
                <a:latin typeface="Lucida Console"/>
              </a:rPr>
              <a:t>; i &lt; arraySize; i++ 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     data[ i ] =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+ rand() %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10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;</a:t>
            </a:r>
          </a:p>
          <a:p>
            <a:pPr lvl="0">
              <a:spcBef>
                <a:spcPts val="0"/>
              </a:spcBef>
            </a:pPr>
            <a:endParaRPr lang="zh-TW" altLang="en-US" sz="1600" dirty="0">
              <a:solidFill>
                <a:prstClr val="black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</a:rPr>
              <a:t>   cout &lt;&lt;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"\n\</a:t>
            </a:r>
            <a:r>
              <a:rPr lang="en-US" altLang="zh-TW" sz="1600" dirty="0" err="1">
                <a:solidFill>
                  <a:srgbClr val="0099FF"/>
                </a:solidFill>
                <a:latin typeface="Lucida Console"/>
              </a:rPr>
              <a:t>nArray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 values: "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;</a:t>
            </a:r>
            <a:endParaRPr lang="en-US" altLang="zh-TW" sz="1600" dirty="0">
              <a:solidFill>
                <a:srgbClr val="0099FF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en-US" altLang="zh-TW" sz="1600" dirty="0" err="1">
                <a:solidFill>
                  <a:prstClr val="black"/>
                </a:solidFill>
                <a:latin typeface="Lucida Console"/>
              </a:rPr>
              <a:t>recursivePrintArray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( arraySize -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</a:rPr>
              <a:t>   cout 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&lt;&lt; endl &lt;&lt; endl;</a:t>
            </a:r>
            <a:endParaRPr lang="zh-TW" altLang="en-US" sz="1600" dirty="0">
              <a:solidFill>
                <a:prstClr val="black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}</a:t>
            </a:r>
            <a:endParaRPr lang="zh-TW" altLang="en-US" sz="1600" dirty="0">
              <a:solidFill>
                <a:srgbClr val="000000"/>
              </a:solidFill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0"/>
          </p:nvPr>
        </p:nvSpPr>
        <p:spPr>
          <a:xfrm>
            <a:off x="792321" y="4329116"/>
            <a:ext cx="5220000" cy="2160276"/>
          </a:xfrm>
        </p:spPr>
        <p:txBody>
          <a:bodyPr lIns="36000" tIns="180000"/>
          <a:lstStyle/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void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</a:t>
            </a:r>
            <a:r>
              <a:rPr lang="en-US" altLang="zh-TW" sz="1600" dirty="0" err="1">
                <a:solidFill>
                  <a:prstClr val="black"/>
                </a:solidFill>
                <a:latin typeface="Lucida Console"/>
              </a:rPr>
              <a:t>recursivePrintArray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(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last 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if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( last &gt;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0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     </a:t>
            </a:r>
            <a:r>
              <a:rPr lang="en-US" altLang="zh-TW" sz="1600" dirty="0" err="1">
                <a:solidFill>
                  <a:prstClr val="black"/>
                </a:solidFill>
                <a:latin typeface="Lucida Console"/>
              </a:rPr>
              <a:t>recursivePrintArray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( last -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);</a:t>
            </a:r>
          </a:p>
          <a:p>
            <a:pPr lvl="0">
              <a:spcBef>
                <a:spcPts val="0"/>
              </a:spcBef>
            </a:pPr>
            <a:endParaRPr lang="en-US" altLang="zh-TW" sz="1600" dirty="0">
              <a:solidFill>
                <a:prstClr val="black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  cout &lt;&lt; </a:t>
            </a:r>
            <a:r>
              <a:rPr lang="en-US" altLang="zh-TW" sz="1600" dirty="0" err="1">
                <a:solidFill>
                  <a:prstClr val="black"/>
                </a:solidFill>
                <a:latin typeface="Lucida Console"/>
              </a:rPr>
              <a:t>setw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(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5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) &lt;&lt; data[ last ];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}</a:t>
            </a:r>
            <a:endParaRPr lang="en-US" altLang="zh-TW" sz="1600" dirty="0">
              <a:solidFill>
                <a:srgbClr val="000000"/>
              </a:solidFill>
            </a:endParaRPr>
          </a:p>
        </p:txBody>
      </p:sp>
      <p:sp>
        <p:nvSpPr>
          <p:cNvPr id="5" name="Text Box 11"/>
          <p:cNvSpPr txBox="1">
            <a:spLocks noChangeArrowheads="1"/>
          </p:cNvSpPr>
          <p:nvPr/>
        </p:nvSpPr>
        <p:spPr bwMode="auto">
          <a:xfrm>
            <a:off x="4572321" y="3249001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+mn-lt"/>
                <a:ea typeface="新細明體" pitchFamily="18" charset="-120"/>
              </a:rPr>
              <a:t>1</a:t>
            </a:r>
          </a:p>
        </p:txBody>
      </p:sp>
      <p:sp>
        <p:nvSpPr>
          <p:cNvPr id="6" name="Text Box 11"/>
          <p:cNvSpPr txBox="1">
            <a:spLocks noChangeArrowheads="1"/>
          </p:cNvSpPr>
          <p:nvPr/>
        </p:nvSpPr>
        <p:spPr bwMode="auto">
          <a:xfrm>
            <a:off x="4572321" y="4149001"/>
            <a:ext cx="360000" cy="360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339933"/>
              </a:solidFill>
              <a:latin typeface="+mn-lt"/>
              <a:ea typeface="新細明體" pitchFamily="18" charset="-120"/>
            </a:endParaRPr>
          </a:p>
        </p:txBody>
      </p:sp>
      <p:sp>
        <p:nvSpPr>
          <p:cNvPr id="7" name="Text Box 11"/>
          <p:cNvSpPr txBox="1">
            <a:spLocks noChangeArrowheads="1"/>
          </p:cNvSpPr>
          <p:nvPr/>
        </p:nvSpPr>
        <p:spPr bwMode="auto">
          <a:xfrm>
            <a:off x="4572321" y="5049001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+mn-lt"/>
                <a:ea typeface="新細明體" pitchFamily="18" charset="-120"/>
              </a:rPr>
              <a:t>0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3398202"/>
              </p:ext>
            </p:extLst>
          </p:nvPr>
        </p:nvGraphicFramePr>
        <p:xfrm>
          <a:off x="7596021" y="3284999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8651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0 L 0.00017 0.1312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55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3"/>
          <p:cNvSpPr>
            <a:spLocks noGrp="1"/>
          </p:cNvSpPr>
          <p:nvPr>
            <p:ph idx="1"/>
          </p:nvPr>
        </p:nvSpPr>
        <p:spPr>
          <a:xfrm>
            <a:off x="972000" y="729000"/>
            <a:ext cx="5220322" cy="3240071"/>
          </a:xfrm>
        </p:spPr>
        <p:txBody>
          <a:bodyPr lIns="90000" tIns="108000" rIns="90000"/>
          <a:lstStyle/>
          <a:p>
            <a:pPr lvl="0">
              <a:spcBef>
                <a:spcPts val="0"/>
              </a:spcBef>
            </a:pPr>
            <a:r>
              <a:rPr lang="en-US" altLang="zh-TW" sz="1600" dirty="0" err="1">
                <a:solidFill>
                  <a:srgbClr val="0000FF"/>
                </a:solidFill>
                <a:latin typeface="Lucida Console"/>
              </a:rPr>
              <a:t>const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arraySize =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3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;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data[ arraySize ];</a:t>
            </a:r>
          </a:p>
          <a:p>
            <a:pPr lvl="0">
              <a:spcBef>
                <a:spcPts val="0"/>
              </a:spcBef>
            </a:pPr>
            <a:endParaRPr lang="en-US" altLang="zh-TW" sz="1600" dirty="0">
              <a:solidFill>
                <a:srgbClr val="0000FF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{</a:t>
            </a:r>
            <a:endParaRPr lang="zh-TW" altLang="en-US" sz="1600" dirty="0">
              <a:solidFill>
                <a:prstClr val="black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nn-NO" altLang="zh-TW" sz="1600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nn-NO" altLang="zh-TW" sz="1600" dirty="0">
                <a:solidFill>
                  <a:srgbClr val="0000FF"/>
                </a:solidFill>
                <a:latin typeface="Lucida Console"/>
              </a:rPr>
              <a:t>for</a:t>
            </a:r>
            <a:r>
              <a:rPr lang="nn-NO" altLang="zh-TW" sz="1600" dirty="0">
                <a:solidFill>
                  <a:prstClr val="black"/>
                </a:solidFill>
                <a:latin typeface="Lucida Console"/>
              </a:rPr>
              <a:t>( </a:t>
            </a:r>
            <a:r>
              <a:rPr lang="nn-NO" altLang="zh-TW" sz="16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nn-NO" altLang="zh-TW" sz="1600" dirty="0">
                <a:solidFill>
                  <a:prstClr val="black"/>
                </a:solidFill>
                <a:latin typeface="Lucida Console"/>
              </a:rPr>
              <a:t> i = </a:t>
            </a:r>
            <a:r>
              <a:rPr lang="nn-NO" altLang="zh-TW" sz="1600" dirty="0">
                <a:solidFill>
                  <a:srgbClr val="0099FF"/>
                </a:solidFill>
                <a:latin typeface="Lucida Console"/>
              </a:rPr>
              <a:t>0</a:t>
            </a:r>
            <a:r>
              <a:rPr lang="nn-NO" altLang="zh-TW" sz="1600" dirty="0">
                <a:solidFill>
                  <a:prstClr val="black"/>
                </a:solidFill>
                <a:latin typeface="Lucida Console"/>
              </a:rPr>
              <a:t>; i &lt; arraySize; i++ 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     data[ i ] =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+ rand() %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10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;</a:t>
            </a:r>
          </a:p>
          <a:p>
            <a:pPr lvl="0">
              <a:spcBef>
                <a:spcPts val="0"/>
              </a:spcBef>
            </a:pPr>
            <a:endParaRPr lang="zh-TW" altLang="en-US" sz="1600" dirty="0">
              <a:solidFill>
                <a:prstClr val="black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</a:rPr>
              <a:t>   cout &lt;&lt;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"\n\</a:t>
            </a:r>
            <a:r>
              <a:rPr lang="en-US" altLang="zh-TW" sz="1600" dirty="0" err="1">
                <a:solidFill>
                  <a:srgbClr val="0099FF"/>
                </a:solidFill>
                <a:latin typeface="Lucida Console"/>
              </a:rPr>
              <a:t>nArray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 values: "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;</a:t>
            </a:r>
            <a:endParaRPr lang="en-US" altLang="zh-TW" sz="1600" dirty="0">
              <a:solidFill>
                <a:srgbClr val="0099FF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en-US" altLang="zh-TW" sz="1600" dirty="0" err="1">
                <a:solidFill>
                  <a:prstClr val="black"/>
                </a:solidFill>
                <a:latin typeface="Lucida Console"/>
              </a:rPr>
              <a:t>recursivePrintArray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( arraySize -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</a:rPr>
              <a:t>   cout 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&lt;&lt; endl &lt;&lt; endl;</a:t>
            </a:r>
            <a:endParaRPr lang="zh-TW" altLang="en-US" sz="1600" dirty="0">
              <a:solidFill>
                <a:prstClr val="black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}</a:t>
            </a:r>
            <a:endParaRPr lang="zh-TW" altLang="en-US" sz="1600" dirty="0">
              <a:solidFill>
                <a:srgbClr val="000000"/>
              </a:solidFill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0"/>
          </p:nvPr>
        </p:nvSpPr>
        <p:spPr>
          <a:xfrm>
            <a:off x="792321" y="4329116"/>
            <a:ext cx="5220000" cy="2160276"/>
          </a:xfrm>
        </p:spPr>
        <p:txBody>
          <a:bodyPr lIns="36000" tIns="180000"/>
          <a:lstStyle/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void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</a:t>
            </a:r>
            <a:r>
              <a:rPr lang="en-US" altLang="zh-TW" sz="1600" dirty="0" err="1">
                <a:solidFill>
                  <a:prstClr val="black"/>
                </a:solidFill>
                <a:latin typeface="Lucida Console"/>
              </a:rPr>
              <a:t>recursivePrintArray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(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last 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if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( last &gt;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0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     </a:t>
            </a:r>
            <a:r>
              <a:rPr lang="en-US" altLang="zh-TW" sz="1600" dirty="0" err="1">
                <a:solidFill>
                  <a:prstClr val="black"/>
                </a:solidFill>
                <a:latin typeface="Lucida Console"/>
              </a:rPr>
              <a:t>recursivePrintArray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( last -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);</a:t>
            </a:r>
          </a:p>
          <a:p>
            <a:pPr lvl="0">
              <a:spcBef>
                <a:spcPts val="0"/>
              </a:spcBef>
            </a:pPr>
            <a:endParaRPr lang="en-US" altLang="zh-TW" sz="1600" dirty="0">
              <a:solidFill>
                <a:prstClr val="black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  cout &lt;&lt; </a:t>
            </a:r>
            <a:r>
              <a:rPr lang="en-US" altLang="zh-TW" sz="1600" dirty="0" err="1">
                <a:solidFill>
                  <a:prstClr val="black"/>
                </a:solidFill>
                <a:latin typeface="Lucida Console"/>
              </a:rPr>
              <a:t>setw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(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5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) &lt;&lt; data[ last ];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}</a:t>
            </a:r>
            <a:endParaRPr lang="en-US" altLang="zh-TW" sz="1600" dirty="0">
              <a:solidFill>
                <a:srgbClr val="000000"/>
              </a:solidFill>
            </a:endParaRPr>
          </a:p>
        </p:txBody>
      </p:sp>
      <p:sp>
        <p:nvSpPr>
          <p:cNvPr id="5" name="Text Box 11"/>
          <p:cNvSpPr txBox="1">
            <a:spLocks noChangeArrowheads="1"/>
          </p:cNvSpPr>
          <p:nvPr/>
        </p:nvSpPr>
        <p:spPr bwMode="auto">
          <a:xfrm>
            <a:off x="4572321" y="3249001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2</a:t>
            </a:r>
          </a:p>
        </p:txBody>
      </p:sp>
      <p:sp>
        <p:nvSpPr>
          <p:cNvPr id="6" name="Text Box 11"/>
          <p:cNvSpPr txBox="1">
            <a:spLocks noChangeArrowheads="1"/>
          </p:cNvSpPr>
          <p:nvPr/>
        </p:nvSpPr>
        <p:spPr bwMode="auto">
          <a:xfrm>
            <a:off x="4572321" y="4149001"/>
            <a:ext cx="360000" cy="360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339933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7" name="Text Box 11"/>
          <p:cNvSpPr txBox="1">
            <a:spLocks noChangeArrowheads="1"/>
          </p:cNvSpPr>
          <p:nvPr/>
        </p:nvSpPr>
        <p:spPr bwMode="auto">
          <a:xfrm>
            <a:off x="4572321" y="5049001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1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3398202"/>
              </p:ext>
            </p:extLst>
          </p:nvPr>
        </p:nvGraphicFramePr>
        <p:xfrm>
          <a:off x="7596021" y="3284999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5582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0 L 0.00017 0.1312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55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3"/>
          <p:cNvSpPr>
            <a:spLocks noGrp="1"/>
          </p:cNvSpPr>
          <p:nvPr>
            <p:ph type="subTitle" sz="quarter" idx="1"/>
          </p:nvPr>
        </p:nvSpPr>
        <p:spPr>
          <a:xfrm>
            <a:off x="539496" y="260604"/>
            <a:ext cx="5616702" cy="1296198"/>
          </a:xfrm>
          <a:ln w="19050">
            <a:noFill/>
          </a:ln>
        </p:spPr>
        <p:txBody>
          <a:bodyPr lIns="144000" tIns="126000" rIns="90000"/>
          <a:lstStyle/>
          <a:p>
            <a:pPr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data[ arraySize ];</a:t>
            </a:r>
            <a:endParaRPr lang="en-US" altLang="zh-TW" sz="1500" b="0" dirty="0">
              <a:solidFill>
                <a:srgbClr val="0000FF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r>
              <a:rPr lang="en-US" altLang="zh-TW" sz="1500" b="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b="0" dirty="0">
                <a:solidFill>
                  <a:prstClr val="black"/>
                </a:solidFill>
                <a:latin typeface="Lucida Console"/>
              </a:rPr>
              <a:t> main()</a:t>
            </a:r>
          </a:p>
          <a:p>
            <a:pPr>
              <a:spcBef>
                <a:spcPts val="0"/>
              </a:spcBef>
            </a:pPr>
            <a:r>
              <a:rPr lang="en-US" altLang="zh-TW" sz="1500" b="0" dirty="0">
                <a:solidFill>
                  <a:prstClr val="black"/>
                </a:solidFill>
                <a:latin typeface="Lucida Console"/>
              </a:rPr>
              <a:t>{</a:t>
            </a:r>
          </a:p>
          <a:p>
            <a:pPr>
              <a:spcBef>
                <a:spcPts val="0"/>
              </a:spcBef>
            </a:pPr>
            <a:r>
              <a:rPr lang="en-US" altLang="zh-TW" sz="1500" b="0" dirty="0">
                <a:latin typeface="Lucida Console"/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  <a:latin typeface="Lucida Console"/>
              </a:rPr>
              <a:t>recursivePrintArray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( arraySize - </a:t>
            </a:r>
            <a:r>
              <a:rPr lang="en-US" altLang="zh-TW" sz="150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)</a:t>
            </a:r>
            <a:r>
              <a:rPr lang="en-US" altLang="zh-TW" sz="1500" b="0" dirty="0">
                <a:solidFill>
                  <a:prstClr val="black"/>
                </a:solidFill>
                <a:latin typeface="Lucida Console"/>
              </a:rPr>
              <a:t>;</a:t>
            </a:r>
          </a:p>
          <a:p>
            <a:pPr>
              <a:spcBef>
                <a:spcPts val="0"/>
              </a:spcBef>
            </a:pPr>
            <a:r>
              <a:rPr lang="en-US" altLang="zh-TW" sz="1500" b="0" dirty="0">
                <a:solidFill>
                  <a:prstClr val="black"/>
                </a:solidFill>
                <a:latin typeface="Lucida Console"/>
              </a:rPr>
              <a:t>}</a:t>
            </a:r>
            <a:endParaRPr lang="en-US" altLang="zh-TW" sz="1500" b="0" dirty="0"/>
          </a:p>
        </p:txBody>
      </p:sp>
      <p:sp>
        <p:nvSpPr>
          <p:cNvPr id="3" name="副標題 3"/>
          <p:cNvSpPr txBox="1">
            <a:spLocks/>
          </p:cNvSpPr>
          <p:nvPr/>
        </p:nvSpPr>
        <p:spPr bwMode="auto">
          <a:xfrm>
            <a:off x="539496" y="1988820"/>
            <a:ext cx="7056882" cy="129616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216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500" b="0" kern="0" dirty="0">
                <a:solidFill>
                  <a:srgbClr val="0000FF"/>
                </a:solidFill>
                <a:latin typeface="Lucida Console"/>
              </a:rPr>
              <a:t>void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</a:rPr>
              <a:t>recursivePrintArray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( </a:t>
            </a:r>
            <a:r>
              <a:rPr lang="en-US" altLang="zh-TW" sz="1500" b="0" kern="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 last )</a:t>
            </a:r>
          </a:p>
          <a:p>
            <a:pPr lvl="0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en-US" altLang="zh-TW" sz="1500" b="0" kern="0" dirty="0">
                <a:solidFill>
                  <a:srgbClr val="0000FF"/>
                </a:solidFill>
                <a:latin typeface="Lucida Console"/>
              </a:rPr>
              <a:t>if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( last &gt;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</a:rPr>
              <a:t>0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 )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</a:rPr>
              <a:t>recursivePrintArray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( last -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   cout &lt;&lt;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</a:rPr>
              <a:t>setw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(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</a:rPr>
              <a:t>5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 ) &lt;&lt; data[ last ];</a:t>
            </a:r>
          </a:p>
          <a:p>
            <a:pPr lvl="0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}</a:t>
            </a:r>
            <a:endParaRPr lang="en-US" altLang="zh-TW" sz="1500" b="0" kern="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副標題 3"/>
          <p:cNvSpPr txBox="1">
            <a:spLocks/>
          </p:cNvSpPr>
          <p:nvPr/>
        </p:nvSpPr>
        <p:spPr bwMode="auto">
          <a:xfrm>
            <a:off x="539496" y="3717036"/>
            <a:ext cx="7056882" cy="129616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216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srgbClr val="0000FF"/>
                </a:solidFill>
                <a:latin typeface="Lucida Console"/>
                <a:cs typeface="Times New Roman" pitchFamily="18" charset="0"/>
              </a:rPr>
              <a:t>void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recursivePrintArray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( </a:t>
            </a:r>
            <a:r>
              <a:rPr lang="en-US" altLang="zh-TW" sz="1500" b="0" kern="0" dirty="0">
                <a:solidFill>
                  <a:srgbClr val="0000FF"/>
                </a:solidFill>
                <a:latin typeface="Lucida Console"/>
                <a:cs typeface="Times New Roman" pitchFamily="18" charset="0"/>
              </a:rPr>
              <a:t>int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last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{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  </a:t>
            </a:r>
            <a:r>
              <a:rPr lang="en-US" altLang="zh-TW" sz="1500" b="0" kern="0" dirty="0">
                <a:solidFill>
                  <a:srgbClr val="0000FF"/>
                </a:solidFill>
                <a:latin typeface="Lucida Console"/>
                <a:cs typeface="Times New Roman" pitchFamily="18" charset="0"/>
              </a:rPr>
              <a:t>if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( last &gt;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  <a:cs typeface="Times New Roman" pitchFamily="18" charset="0"/>
              </a:rPr>
              <a:t>0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)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recursivePrintArray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( last -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  <a:cs typeface="Times New Roman" pitchFamily="18" charset="0"/>
              </a:rPr>
              <a:t>1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);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  cout &lt;&lt;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setw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(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  <a:cs typeface="Times New Roman" pitchFamily="18" charset="0"/>
              </a:rPr>
              <a:t>5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) &lt;&lt; data[ last ];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}</a:t>
            </a:r>
            <a:endParaRPr lang="en-US" altLang="zh-TW" sz="1500" b="0" kern="0" dirty="0">
              <a:solidFill>
                <a:srgbClr val="000000"/>
              </a:solidFill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6" name="副標題 3"/>
          <p:cNvSpPr txBox="1">
            <a:spLocks/>
          </p:cNvSpPr>
          <p:nvPr/>
        </p:nvSpPr>
        <p:spPr bwMode="auto">
          <a:xfrm>
            <a:off x="539496" y="5445252"/>
            <a:ext cx="7056882" cy="1296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216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srgbClr val="0000FF"/>
                </a:solidFill>
                <a:latin typeface="Lucida Console"/>
                <a:cs typeface="Times New Roman" pitchFamily="18" charset="0"/>
              </a:rPr>
              <a:t>void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recursivePrintArray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( </a:t>
            </a:r>
            <a:r>
              <a:rPr lang="en-US" altLang="zh-TW" sz="1500" b="0" kern="0" dirty="0">
                <a:solidFill>
                  <a:srgbClr val="0000FF"/>
                </a:solidFill>
                <a:latin typeface="Lucida Console"/>
                <a:cs typeface="Times New Roman" pitchFamily="18" charset="0"/>
              </a:rPr>
              <a:t>int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last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{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  </a:t>
            </a:r>
            <a:r>
              <a:rPr lang="en-US" altLang="zh-TW" sz="1500" b="0" kern="0" dirty="0">
                <a:solidFill>
                  <a:srgbClr val="0000FF"/>
                </a:solidFill>
                <a:latin typeface="Lucida Console"/>
                <a:cs typeface="Times New Roman" pitchFamily="18" charset="0"/>
              </a:rPr>
              <a:t>if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( last &gt;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  <a:cs typeface="Times New Roman" pitchFamily="18" charset="0"/>
              </a:rPr>
              <a:t>0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)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recursivePrintArray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( last -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  <a:cs typeface="Times New Roman" pitchFamily="18" charset="0"/>
              </a:rPr>
              <a:t>1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);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  cout &lt;&lt;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setw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(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  <a:cs typeface="Times New Roman" pitchFamily="18" charset="0"/>
              </a:rPr>
              <a:t>5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) &lt;&lt; data[ last ];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}</a:t>
            </a:r>
            <a:endParaRPr lang="en-US" altLang="zh-TW" sz="1500" b="0" kern="0" dirty="0">
              <a:solidFill>
                <a:srgbClr val="000000"/>
              </a:solidFill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2123983" y="548980"/>
            <a:ext cx="432018" cy="432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3</a:t>
            </a:r>
          </a:p>
        </p:txBody>
      </p:sp>
      <p:sp>
        <p:nvSpPr>
          <p:cNvPr id="7" name="文字方塊 6"/>
          <p:cNvSpPr txBox="1"/>
          <p:nvPr/>
        </p:nvSpPr>
        <p:spPr>
          <a:xfrm>
            <a:off x="6156011" y="692981"/>
            <a:ext cx="2160270" cy="864108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algn="l"/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6444047" y="1557089"/>
            <a:ext cx="1584198" cy="4320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TW" sz="2400" b="0" dirty="0">
                <a:latin typeface="+mn-lt"/>
              </a:rPr>
              <a:t>Output</a:t>
            </a:r>
            <a:endParaRPr lang="zh-TW" altLang="en-US" sz="2400" b="0" dirty="0">
              <a:latin typeface="+mn-lt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016567"/>
              </p:ext>
            </p:extLst>
          </p:nvPr>
        </p:nvGraphicFramePr>
        <p:xfrm>
          <a:off x="7596021" y="3284999"/>
          <a:ext cx="864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011995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3"/>
          <p:cNvSpPr>
            <a:spLocks noGrp="1"/>
          </p:cNvSpPr>
          <p:nvPr>
            <p:ph type="subTitle" sz="quarter" idx="1"/>
          </p:nvPr>
        </p:nvSpPr>
        <p:spPr>
          <a:xfrm>
            <a:off x="539496" y="260604"/>
            <a:ext cx="5616702" cy="1296198"/>
          </a:xfrm>
          <a:ln w="19050">
            <a:noFill/>
          </a:ln>
        </p:spPr>
        <p:txBody>
          <a:bodyPr lIns="144000" tIns="126000" rIns="90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data[ arraySize ];</a:t>
            </a:r>
            <a:endParaRPr lang="en-US" altLang="zh-TW" sz="1500" dirty="0">
              <a:solidFill>
                <a:srgbClr val="0000FF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  <a:latin typeface="Lucida Console"/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  <a:latin typeface="Lucida Console"/>
              </a:rPr>
              <a:t>recursivePrintArray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( arraySize - </a:t>
            </a:r>
            <a:r>
              <a:rPr lang="en-US" altLang="zh-TW" sz="150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}</a:t>
            </a:r>
            <a:endParaRPr lang="en-US" altLang="zh-TW" sz="1500" dirty="0">
              <a:solidFill>
                <a:srgbClr val="000000"/>
              </a:solidFill>
            </a:endParaRPr>
          </a:p>
        </p:txBody>
      </p:sp>
      <p:sp>
        <p:nvSpPr>
          <p:cNvPr id="3" name="副標題 3"/>
          <p:cNvSpPr txBox="1">
            <a:spLocks/>
          </p:cNvSpPr>
          <p:nvPr/>
        </p:nvSpPr>
        <p:spPr bwMode="auto">
          <a:xfrm>
            <a:off x="539496" y="1988820"/>
            <a:ext cx="7056882" cy="129616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216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500" b="0" kern="0" dirty="0">
                <a:solidFill>
                  <a:srgbClr val="0000FF"/>
                </a:solidFill>
                <a:latin typeface="Lucida Console"/>
              </a:rPr>
              <a:t>void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</a:rPr>
              <a:t>recursivePrintArray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( </a:t>
            </a:r>
            <a:r>
              <a:rPr lang="en-US" altLang="zh-TW" sz="1500" b="0" kern="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 last )</a:t>
            </a:r>
          </a:p>
          <a:p>
            <a:pPr lvl="0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en-US" altLang="zh-TW" sz="1500" b="0" kern="0" dirty="0">
                <a:solidFill>
                  <a:srgbClr val="0000FF"/>
                </a:solidFill>
                <a:latin typeface="Lucida Console"/>
              </a:rPr>
              <a:t>if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( last &gt;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</a:rPr>
              <a:t>0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 )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</a:rPr>
              <a:t>recursivePrintArray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( last -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   cout &lt;&lt;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</a:rPr>
              <a:t>setw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(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</a:rPr>
              <a:t>5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 ) &lt;&lt; data[ last ];</a:t>
            </a:r>
          </a:p>
          <a:p>
            <a:pPr lvl="0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}</a:t>
            </a:r>
            <a:endParaRPr lang="en-US" altLang="zh-TW" sz="1500" b="0" kern="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副標題 3"/>
          <p:cNvSpPr txBox="1">
            <a:spLocks/>
          </p:cNvSpPr>
          <p:nvPr/>
        </p:nvSpPr>
        <p:spPr bwMode="auto">
          <a:xfrm>
            <a:off x="539496" y="3717036"/>
            <a:ext cx="7056882" cy="129616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216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srgbClr val="0000FF"/>
                </a:solidFill>
                <a:latin typeface="Lucida Console"/>
                <a:cs typeface="Times New Roman" pitchFamily="18" charset="0"/>
              </a:rPr>
              <a:t>void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recursivePrintArray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( </a:t>
            </a:r>
            <a:r>
              <a:rPr lang="en-US" altLang="zh-TW" sz="1500" b="0" kern="0" dirty="0">
                <a:solidFill>
                  <a:srgbClr val="0000FF"/>
                </a:solidFill>
                <a:latin typeface="Lucida Console"/>
                <a:cs typeface="Times New Roman" pitchFamily="18" charset="0"/>
              </a:rPr>
              <a:t>int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last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{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  </a:t>
            </a:r>
            <a:r>
              <a:rPr lang="en-US" altLang="zh-TW" sz="1500" b="0" kern="0" dirty="0">
                <a:solidFill>
                  <a:srgbClr val="0000FF"/>
                </a:solidFill>
                <a:latin typeface="Lucida Console"/>
                <a:cs typeface="Times New Roman" pitchFamily="18" charset="0"/>
              </a:rPr>
              <a:t>if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( last &gt;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  <a:cs typeface="Times New Roman" pitchFamily="18" charset="0"/>
              </a:rPr>
              <a:t>0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)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recursivePrintArray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( last -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  <a:cs typeface="Times New Roman" pitchFamily="18" charset="0"/>
              </a:rPr>
              <a:t>1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);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  cout &lt;&lt;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setw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(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  <a:cs typeface="Times New Roman" pitchFamily="18" charset="0"/>
              </a:rPr>
              <a:t>5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) &lt;&lt; data[ last ];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}</a:t>
            </a:r>
            <a:endParaRPr lang="en-US" altLang="zh-TW" sz="1500" b="0" kern="0" dirty="0">
              <a:solidFill>
                <a:srgbClr val="000000"/>
              </a:solidFill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6" name="副標題 3"/>
          <p:cNvSpPr txBox="1">
            <a:spLocks/>
          </p:cNvSpPr>
          <p:nvPr/>
        </p:nvSpPr>
        <p:spPr bwMode="auto">
          <a:xfrm>
            <a:off x="539496" y="5445252"/>
            <a:ext cx="7056882" cy="1296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216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srgbClr val="0000FF"/>
                </a:solidFill>
                <a:latin typeface="Lucida Console"/>
                <a:cs typeface="Times New Roman" pitchFamily="18" charset="0"/>
              </a:rPr>
              <a:t>void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recursivePrintArray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( </a:t>
            </a:r>
            <a:r>
              <a:rPr lang="en-US" altLang="zh-TW" sz="1500" b="0" kern="0" dirty="0">
                <a:solidFill>
                  <a:srgbClr val="0000FF"/>
                </a:solidFill>
                <a:latin typeface="Lucida Console"/>
                <a:cs typeface="Times New Roman" pitchFamily="18" charset="0"/>
              </a:rPr>
              <a:t>int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last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{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  </a:t>
            </a:r>
            <a:r>
              <a:rPr lang="en-US" altLang="zh-TW" sz="1500" b="0" kern="0" dirty="0">
                <a:solidFill>
                  <a:srgbClr val="0000FF"/>
                </a:solidFill>
                <a:latin typeface="Lucida Console"/>
                <a:cs typeface="Times New Roman" pitchFamily="18" charset="0"/>
              </a:rPr>
              <a:t>if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( last &gt;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  <a:cs typeface="Times New Roman" pitchFamily="18" charset="0"/>
              </a:rPr>
              <a:t>0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)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recursivePrintArray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( last -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  <a:cs typeface="Times New Roman" pitchFamily="18" charset="0"/>
              </a:rPr>
              <a:t>1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);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  cout &lt;&lt;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setw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(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  <a:cs typeface="Times New Roman" pitchFamily="18" charset="0"/>
              </a:rPr>
              <a:t>5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) &lt;&lt; data[ last ];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}</a:t>
            </a:r>
            <a:endParaRPr lang="en-US" altLang="zh-TW" sz="1500" b="0" kern="0" dirty="0">
              <a:solidFill>
                <a:srgbClr val="000000"/>
              </a:solidFill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3995996" y="1268985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2</a:t>
            </a: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2123983" y="548980"/>
            <a:ext cx="432018" cy="432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3</a:t>
            </a:r>
          </a:p>
        </p:txBody>
      </p:sp>
      <p:sp>
        <p:nvSpPr>
          <p:cNvPr id="11" name="文字方塊 10"/>
          <p:cNvSpPr txBox="1"/>
          <p:nvPr/>
        </p:nvSpPr>
        <p:spPr>
          <a:xfrm>
            <a:off x="6156011" y="692981"/>
            <a:ext cx="2160270" cy="864108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algn="l"/>
            <a:endParaRPr lang="zh-TW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6444047" y="1557089"/>
            <a:ext cx="1584198" cy="4320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TW" sz="2400" b="0" dirty="0">
                <a:latin typeface="+mn-lt"/>
              </a:rPr>
              <a:t>Output</a:t>
            </a:r>
            <a:endParaRPr lang="zh-TW" altLang="en-US" sz="2400" b="0" dirty="0">
              <a:latin typeface="+mn-lt"/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677944"/>
              </p:ext>
            </p:extLst>
          </p:nvPr>
        </p:nvGraphicFramePr>
        <p:xfrm>
          <a:off x="7596021" y="3284999"/>
          <a:ext cx="864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593365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3"/>
          <p:cNvSpPr>
            <a:spLocks noGrp="1"/>
          </p:cNvSpPr>
          <p:nvPr>
            <p:ph type="subTitle" sz="quarter" idx="1"/>
          </p:nvPr>
        </p:nvSpPr>
        <p:spPr>
          <a:xfrm>
            <a:off x="539496" y="260604"/>
            <a:ext cx="5616702" cy="1296198"/>
          </a:xfrm>
          <a:ln w="19050">
            <a:noFill/>
          </a:ln>
        </p:spPr>
        <p:txBody>
          <a:bodyPr lIns="144000" tIns="126000" rIns="90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data[ arraySize ];</a:t>
            </a:r>
            <a:endParaRPr lang="en-US" altLang="zh-TW" sz="1500" dirty="0">
              <a:solidFill>
                <a:srgbClr val="0000FF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  <a:latin typeface="Lucida Console"/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  <a:latin typeface="Lucida Console"/>
              </a:rPr>
              <a:t>recursivePrintArray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( arraySize - </a:t>
            </a:r>
            <a:r>
              <a:rPr lang="en-US" altLang="zh-TW" sz="150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}</a:t>
            </a:r>
            <a:endParaRPr lang="en-US" altLang="zh-TW" sz="1500" dirty="0">
              <a:solidFill>
                <a:srgbClr val="000000"/>
              </a:solidFill>
            </a:endParaRPr>
          </a:p>
        </p:txBody>
      </p:sp>
      <p:sp>
        <p:nvSpPr>
          <p:cNvPr id="3" name="副標題 3"/>
          <p:cNvSpPr txBox="1">
            <a:spLocks/>
          </p:cNvSpPr>
          <p:nvPr/>
        </p:nvSpPr>
        <p:spPr bwMode="auto">
          <a:xfrm>
            <a:off x="539496" y="1988820"/>
            <a:ext cx="7056882" cy="129616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216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500" b="0" kern="0" dirty="0">
                <a:solidFill>
                  <a:srgbClr val="0000FF"/>
                </a:solidFill>
                <a:latin typeface="Lucida Console"/>
              </a:rPr>
              <a:t>void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</a:rPr>
              <a:t>recursivePrintArray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( </a:t>
            </a:r>
            <a:r>
              <a:rPr lang="en-US" altLang="zh-TW" sz="1500" b="0" kern="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 last )</a:t>
            </a:r>
          </a:p>
          <a:p>
            <a:pPr lvl="0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en-US" altLang="zh-TW" sz="1500" b="0" kern="0" dirty="0">
                <a:solidFill>
                  <a:srgbClr val="0000FF"/>
                </a:solidFill>
                <a:latin typeface="Lucida Console"/>
              </a:rPr>
              <a:t>if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( last &gt;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</a:rPr>
              <a:t>0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 )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</a:rPr>
              <a:t>recursivePrintArray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( last -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   cout &lt;&lt;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</a:rPr>
              <a:t>setw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(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</a:rPr>
              <a:t>5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 ) &lt;&lt; data[ last ];</a:t>
            </a:r>
          </a:p>
          <a:p>
            <a:pPr lvl="0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}</a:t>
            </a:r>
            <a:endParaRPr lang="en-US" altLang="zh-TW" sz="1500" b="0" kern="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副標題 3"/>
          <p:cNvSpPr txBox="1">
            <a:spLocks/>
          </p:cNvSpPr>
          <p:nvPr/>
        </p:nvSpPr>
        <p:spPr bwMode="auto">
          <a:xfrm>
            <a:off x="539496" y="3717036"/>
            <a:ext cx="7056882" cy="129616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216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srgbClr val="0000FF"/>
                </a:solidFill>
                <a:latin typeface="Lucida Console"/>
                <a:cs typeface="Times New Roman" pitchFamily="18" charset="0"/>
              </a:rPr>
              <a:t>void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recursivePrintArray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( </a:t>
            </a:r>
            <a:r>
              <a:rPr lang="en-US" altLang="zh-TW" sz="1500" b="0" kern="0" dirty="0">
                <a:solidFill>
                  <a:srgbClr val="0000FF"/>
                </a:solidFill>
                <a:latin typeface="Lucida Console"/>
                <a:cs typeface="Times New Roman" pitchFamily="18" charset="0"/>
              </a:rPr>
              <a:t>int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last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{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  </a:t>
            </a:r>
            <a:r>
              <a:rPr lang="en-US" altLang="zh-TW" sz="1500" b="0" kern="0" dirty="0">
                <a:solidFill>
                  <a:srgbClr val="0000FF"/>
                </a:solidFill>
                <a:latin typeface="Lucida Console"/>
                <a:cs typeface="Times New Roman" pitchFamily="18" charset="0"/>
              </a:rPr>
              <a:t>if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( last &gt;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  <a:cs typeface="Times New Roman" pitchFamily="18" charset="0"/>
              </a:rPr>
              <a:t>0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)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recursivePrintArray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( last -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  <a:cs typeface="Times New Roman" pitchFamily="18" charset="0"/>
              </a:rPr>
              <a:t>1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);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  cout &lt;&lt;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setw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(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  <a:cs typeface="Times New Roman" pitchFamily="18" charset="0"/>
              </a:rPr>
              <a:t>5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) &lt;&lt; data[ last ];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}</a:t>
            </a:r>
            <a:endParaRPr lang="en-US" altLang="zh-TW" sz="1500" b="0" kern="0" dirty="0">
              <a:solidFill>
                <a:srgbClr val="000000"/>
              </a:solidFill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6" name="副標題 3"/>
          <p:cNvSpPr txBox="1">
            <a:spLocks/>
          </p:cNvSpPr>
          <p:nvPr/>
        </p:nvSpPr>
        <p:spPr bwMode="auto">
          <a:xfrm>
            <a:off x="539496" y="5445252"/>
            <a:ext cx="7056882" cy="1296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216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srgbClr val="0000FF"/>
                </a:solidFill>
                <a:latin typeface="Lucida Console"/>
                <a:cs typeface="Times New Roman" pitchFamily="18" charset="0"/>
              </a:rPr>
              <a:t>void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recursivePrintArray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( </a:t>
            </a:r>
            <a:r>
              <a:rPr lang="en-US" altLang="zh-TW" sz="1500" b="0" kern="0" dirty="0">
                <a:solidFill>
                  <a:srgbClr val="0000FF"/>
                </a:solidFill>
                <a:latin typeface="Lucida Console"/>
                <a:cs typeface="Times New Roman" pitchFamily="18" charset="0"/>
              </a:rPr>
              <a:t>int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last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{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  </a:t>
            </a:r>
            <a:r>
              <a:rPr lang="en-US" altLang="zh-TW" sz="1500" b="0" kern="0" dirty="0">
                <a:solidFill>
                  <a:srgbClr val="0000FF"/>
                </a:solidFill>
                <a:latin typeface="Lucida Console"/>
                <a:cs typeface="Times New Roman" pitchFamily="18" charset="0"/>
              </a:rPr>
              <a:t>if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( last &gt;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  <a:cs typeface="Times New Roman" pitchFamily="18" charset="0"/>
              </a:rPr>
              <a:t>0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)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recursivePrintArray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( last -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  <a:cs typeface="Times New Roman" pitchFamily="18" charset="0"/>
              </a:rPr>
              <a:t>1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);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  cout &lt;&lt;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setw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(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  <a:cs typeface="Times New Roman" pitchFamily="18" charset="0"/>
              </a:rPr>
              <a:t>5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) &lt;&lt; data[ last ];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}</a:t>
            </a:r>
            <a:endParaRPr lang="en-US" altLang="zh-TW" sz="1500" b="0" kern="0" dirty="0">
              <a:solidFill>
                <a:srgbClr val="000000"/>
              </a:solidFill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3995996" y="1268985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2</a:t>
            </a: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2123983" y="548980"/>
            <a:ext cx="432018" cy="432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3</a:t>
            </a: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283998" y="1844989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339933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6156011" y="692981"/>
            <a:ext cx="2160270" cy="864108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algn="l"/>
            <a:endParaRPr lang="zh-TW" altLang="en-US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6444047" y="1557089"/>
            <a:ext cx="1584198" cy="4320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TW" sz="2400" b="0" dirty="0">
                <a:latin typeface="+mn-lt"/>
              </a:rPr>
              <a:t>Output</a:t>
            </a:r>
            <a:endParaRPr lang="zh-TW" altLang="en-US" sz="2400" b="0" dirty="0">
              <a:latin typeface="+mn-lt"/>
            </a:endParaRPr>
          </a:p>
        </p:txBody>
      </p:sp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677944"/>
              </p:ext>
            </p:extLst>
          </p:nvPr>
        </p:nvGraphicFramePr>
        <p:xfrm>
          <a:off x="7596021" y="3284999"/>
          <a:ext cx="864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3408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1.48148E-6 L 0.03142 0.0840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63" y="41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3"/>
          <p:cNvSpPr>
            <a:spLocks noGrp="1"/>
          </p:cNvSpPr>
          <p:nvPr>
            <p:ph type="subTitle" sz="quarter" idx="1"/>
          </p:nvPr>
        </p:nvSpPr>
        <p:spPr>
          <a:xfrm>
            <a:off x="539496" y="260604"/>
            <a:ext cx="5616702" cy="1296198"/>
          </a:xfrm>
          <a:ln w="19050">
            <a:noFill/>
          </a:ln>
        </p:spPr>
        <p:txBody>
          <a:bodyPr lIns="144000" tIns="126000" rIns="90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data[ arraySize ];</a:t>
            </a:r>
            <a:endParaRPr lang="en-US" altLang="zh-TW" sz="1500" dirty="0">
              <a:solidFill>
                <a:srgbClr val="0000FF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  <a:latin typeface="Lucida Console"/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  <a:latin typeface="Lucida Console"/>
              </a:rPr>
              <a:t>recursivePrintArray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( arraySize - </a:t>
            </a:r>
            <a:r>
              <a:rPr lang="en-US" altLang="zh-TW" sz="150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}</a:t>
            </a:r>
            <a:endParaRPr lang="en-US" altLang="zh-TW" sz="1500" dirty="0">
              <a:solidFill>
                <a:srgbClr val="000000"/>
              </a:solidFill>
            </a:endParaRPr>
          </a:p>
        </p:txBody>
      </p:sp>
      <p:sp>
        <p:nvSpPr>
          <p:cNvPr id="3" name="副標題 3"/>
          <p:cNvSpPr txBox="1">
            <a:spLocks/>
          </p:cNvSpPr>
          <p:nvPr/>
        </p:nvSpPr>
        <p:spPr bwMode="auto">
          <a:xfrm>
            <a:off x="539496" y="1988820"/>
            <a:ext cx="7056882" cy="129616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216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500" b="0" kern="0" dirty="0">
                <a:solidFill>
                  <a:srgbClr val="0000FF"/>
                </a:solidFill>
                <a:latin typeface="Lucida Console"/>
              </a:rPr>
              <a:t>void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</a:rPr>
              <a:t>recursivePrintArray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( </a:t>
            </a:r>
            <a:r>
              <a:rPr lang="en-US" altLang="zh-TW" sz="1500" b="0" kern="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 last )</a:t>
            </a:r>
          </a:p>
          <a:p>
            <a:pPr lvl="0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en-US" altLang="zh-TW" sz="1500" b="0" kern="0" dirty="0">
                <a:solidFill>
                  <a:srgbClr val="0000FF"/>
                </a:solidFill>
                <a:latin typeface="Lucida Console"/>
              </a:rPr>
              <a:t>if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( last &gt;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</a:rPr>
              <a:t>0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 )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</a:rPr>
              <a:t>recursivePrintArray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( last -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   cout &lt;&lt;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</a:rPr>
              <a:t>setw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(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</a:rPr>
              <a:t>5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 ) &lt;&lt; data[ last ];</a:t>
            </a:r>
          </a:p>
          <a:p>
            <a:pPr lvl="0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}</a:t>
            </a:r>
            <a:endParaRPr lang="en-US" altLang="zh-TW" sz="1500" b="0" kern="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副標題 3"/>
          <p:cNvSpPr txBox="1">
            <a:spLocks/>
          </p:cNvSpPr>
          <p:nvPr/>
        </p:nvSpPr>
        <p:spPr bwMode="auto">
          <a:xfrm>
            <a:off x="539496" y="3717036"/>
            <a:ext cx="7056882" cy="129616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216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srgbClr val="0000FF"/>
                </a:solidFill>
                <a:latin typeface="Lucida Console"/>
                <a:cs typeface="Times New Roman" pitchFamily="18" charset="0"/>
              </a:rPr>
              <a:t>void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recursivePrintArray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( </a:t>
            </a:r>
            <a:r>
              <a:rPr lang="en-US" altLang="zh-TW" sz="1500" b="0" kern="0" dirty="0">
                <a:solidFill>
                  <a:srgbClr val="0000FF"/>
                </a:solidFill>
                <a:latin typeface="Lucida Console"/>
                <a:cs typeface="Times New Roman" pitchFamily="18" charset="0"/>
              </a:rPr>
              <a:t>int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last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{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  </a:t>
            </a:r>
            <a:r>
              <a:rPr lang="en-US" altLang="zh-TW" sz="1500" b="0" kern="0" dirty="0">
                <a:solidFill>
                  <a:srgbClr val="0000FF"/>
                </a:solidFill>
                <a:latin typeface="Lucida Console"/>
                <a:cs typeface="Times New Roman" pitchFamily="18" charset="0"/>
              </a:rPr>
              <a:t>if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( last &gt;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  <a:cs typeface="Times New Roman" pitchFamily="18" charset="0"/>
              </a:rPr>
              <a:t>0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)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recursivePrintArray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( last -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  <a:cs typeface="Times New Roman" pitchFamily="18" charset="0"/>
              </a:rPr>
              <a:t>1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);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  cout &lt;&lt;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setw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(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  <a:cs typeface="Times New Roman" pitchFamily="18" charset="0"/>
              </a:rPr>
              <a:t>5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) &lt;&lt; data[ last ];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}</a:t>
            </a:r>
            <a:endParaRPr lang="en-US" altLang="zh-TW" sz="1500" b="0" kern="0" dirty="0">
              <a:solidFill>
                <a:srgbClr val="000000"/>
              </a:solidFill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6" name="副標題 3"/>
          <p:cNvSpPr txBox="1">
            <a:spLocks/>
          </p:cNvSpPr>
          <p:nvPr/>
        </p:nvSpPr>
        <p:spPr bwMode="auto">
          <a:xfrm>
            <a:off x="539496" y="5445252"/>
            <a:ext cx="7056882" cy="1296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216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srgbClr val="0000FF"/>
                </a:solidFill>
                <a:latin typeface="Lucida Console"/>
                <a:cs typeface="Times New Roman" pitchFamily="18" charset="0"/>
              </a:rPr>
              <a:t>void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recursivePrintArray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( </a:t>
            </a:r>
            <a:r>
              <a:rPr lang="en-US" altLang="zh-TW" sz="1500" b="0" kern="0" dirty="0">
                <a:solidFill>
                  <a:srgbClr val="0000FF"/>
                </a:solidFill>
                <a:latin typeface="Lucida Console"/>
                <a:cs typeface="Times New Roman" pitchFamily="18" charset="0"/>
              </a:rPr>
              <a:t>int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last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{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  </a:t>
            </a:r>
            <a:r>
              <a:rPr lang="en-US" altLang="zh-TW" sz="1500" b="0" kern="0" dirty="0">
                <a:solidFill>
                  <a:srgbClr val="0000FF"/>
                </a:solidFill>
                <a:latin typeface="Lucida Console"/>
                <a:cs typeface="Times New Roman" pitchFamily="18" charset="0"/>
              </a:rPr>
              <a:t>if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( last &gt;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  <a:cs typeface="Times New Roman" pitchFamily="18" charset="0"/>
              </a:rPr>
              <a:t>0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)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recursivePrintArray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( last -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  <a:cs typeface="Times New Roman" pitchFamily="18" charset="0"/>
              </a:rPr>
              <a:t>1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);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  cout &lt;&lt;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setw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(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  <a:cs typeface="Times New Roman" pitchFamily="18" charset="0"/>
              </a:rPr>
              <a:t>5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) &lt;&lt; data[ last ];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}</a:t>
            </a:r>
            <a:endParaRPr lang="en-US" altLang="zh-TW" sz="1500" b="0" kern="0" dirty="0">
              <a:solidFill>
                <a:srgbClr val="000000"/>
              </a:solidFill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2123983" y="548980"/>
            <a:ext cx="432018" cy="432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3</a:t>
            </a: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283998" y="1844989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2</a:t>
            </a: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5580007" y="2708995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+mn-lt"/>
                <a:ea typeface="新細明體" pitchFamily="18" charset="-120"/>
              </a:rPr>
              <a:t>1</a:t>
            </a:r>
          </a:p>
        </p:txBody>
      </p:sp>
      <p:sp>
        <p:nvSpPr>
          <p:cNvPr id="14" name="文字方塊 13"/>
          <p:cNvSpPr txBox="1"/>
          <p:nvPr/>
        </p:nvSpPr>
        <p:spPr>
          <a:xfrm>
            <a:off x="6156011" y="692981"/>
            <a:ext cx="2160270" cy="864108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algn="l"/>
            <a:endParaRPr lang="zh-TW" altLang="en-US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6444047" y="1557089"/>
            <a:ext cx="1584198" cy="4320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TW" sz="2400" b="0" dirty="0">
                <a:latin typeface="+mn-lt"/>
              </a:rPr>
              <a:t>Output</a:t>
            </a:r>
            <a:endParaRPr lang="zh-TW" altLang="en-US" sz="2400" b="0" dirty="0">
              <a:latin typeface="+mn-lt"/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677944"/>
              </p:ext>
            </p:extLst>
          </p:nvPr>
        </p:nvGraphicFramePr>
        <p:xfrm>
          <a:off x="7596021" y="3284999"/>
          <a:ext cx="864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836785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3"/>
          <p:cNvSpPr>
            <a:spLocks noGrp="1"/>
          </p:cNvSpPr>
          <p:nvPr>
            <p:ph type="subTitle" sz="quarter" idx="1"/>
          </p:nvPr>
        </p:nvSpPr>
        <p:spPr>
          <a:xfrm>
            <a:off x="539496" y="260604"/>
            <a:ext cx="5616702" cy="1296198"/>
          </a:xfrm>
          <a:ln w="19050">
            <a:noFill/>
          </a:ln>
        </p:spPr>
        <p:txBody>
          <a:bodyPr lIns="144000" tIns="126000" rIns="90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data[ arraySize ];</a:t>
            </a:r>
            <a:endParaRPr lang="en-US" altLang="zh-TW" sz="1500" dirty="0">
              <a:solidFill>
                <a:srgbClr val="0000FF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  <a:latin typeface="Lucida Console"/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  <a:latin typeface="Lucida Console"/>
              </a:rPr>
              <a:t>recursivePrintArray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( arraySize - </a:t>
            </a:r>
            <a:r>
              <a:rPr lang="en-US" altLang="zh-TW" sz="150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}</a:t>
            </a:r>
            <a:endParaRPr lang="en-US" altLang="zh-TW" sz="1500" dirty="0">
              <a:solidFill>
                <a:srgbClr val="000000"/>
              </a:solidFill>
            </a:endParaRPr>
          </a:p>
        </p:txBody>
      </p:sp>
      <p:sp>
        <p:nvSpPr>
          <p:cNvPr id="3" name="副標題 3"/>
          <p:cNvSpPr txBox="1">
            <a:spLocks/>
          </p:cNvSpPr>
          <p:nvPr/>
        </p:nvSpPr>
        <p:spPr bwMode="auto">
          <a:xfrm>
            <a:off x="539496" y="1988820"/>
            <a:ext cx="7056882" cy="129616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216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500" b="0" kern="0" dirty="0">
                <a:solidFill>
                  <a:srgbClr val="0000FF"/>
                </a:solidFill>
                <a:latin typeface="Lucida Console"/>
              </a:rPr>
              <a:t>void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</a:rPr>
              <a:t>recursivePrintArray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( </a:t>
            </a:r>
            <a:r>
              <a:rPr lang="en-US" altLang="zh-TW" sz="1500" b="0" kern="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 last )</a:t>
            </a:r>
          </a:p>
          <a:p>
            <a:pPr lvl="0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en-US" altLang="zh-TW" sz="1500" b="0" kern="0" dirty="0">
                <a:solidFill>
                  <a:srgbClr val="0000FF"/>
                </a:solidFill>
                <a:latin typeface="Lucida Console"/>
              </a:rPr>
              <a:t>if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( last &gt;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</a:rPr>
              <a:t>0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 )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</a:rPr>
              <a:t>recursivePrintArray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( last -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   cout &lt;&lt;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</a:rPr>
              <a:t>setw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(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</a:rPr>
              <a:t>5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 ) &lt;&lt; data[ last ];</a:t>
            </a:r>
          </a:p>
          <a:p>
            <a:pPr lvl="0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}</a:t>
            </a:r>
            <a:endParaRPr lang="en-US" altLang="zh-TW" sz="1500" b="0" kern="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副標題 3"/>
          <p:cNvSpPr txBox="1">
            <a:spLocks/>
          </p:cNvSpPr>
          <p:nvPr/>
        </p:nvSpPr>
        <p:spPr bwMode="auto">
          <a:xfrm>
            <a:off x="539496" y="3717036"/>
            <a:ext cx="7056882" cy="129616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216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srgbClr val="0000FF"/>
                </a:solidFill>
                <a:latin typeface="Lucida Console"/>
                <a:cs typeface="Times New Roman" pitchFamily="18" charset="0"/>
              </a:rPr>
              <a:t>void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recursivePrintArray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( </a:t>
            </a:r>
            <a:r>
              <a:rPr lang="en-US" altLang="zh-TW" sz="1500" b="0" kern="0" dirty="0">
                <a:solidFill>
                  <a:srgbClr val="0000FF"/>
                </a:solidFill>
                <a:latin typeface="Lucida Console"/>
                <a:cs typeface="Times New Roman" pitchFamily="18" charset="0"/>
              </a:rPr>
              <a:t>int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last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{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  </a:t>
            </a:r>
            <a:r>
              <a:rPr lang="en-US" altLang="zh-TW" sz="1500" b="0" kern="0" dirty="0">
                <a:solidFill>
                  <a:srgbClr val="0000FF"/>
                </a:solidFill>
                <a:latin typeface="Lucida Console"/>
                <a:cs typeface="Times New Roman" pitchFamily="18" charset="0"/>
              </a:rPr>
              <a:t>if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( last &gt;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  <a:cs typeface="Times New Roman" pitchFamily="18" charset="0"/>
              </a:rPr>
              <a:t>0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)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recursivePrintArray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( last -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  <a:cs typeface="Times New Roman" pitchFamily="18" charset="0"/>
              </a:rPr>
              <a:t>1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);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  cout &lt;&lt;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setw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(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  <a:cs typeface="Times New Roman" pitchFamily="18" charset="0"/>
              </a:rPr>
              <a:t>5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) &lt;&lt; data[ last ];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}</a:t>
            </a:r>
            <a:endParaRPr lang="en-US" altLang="zh-TW" sz="1500" b="0" kern="0" dirty="0">
              <a:solidFill>
                <a:srgbClr val="000000"/>
              </a:solidFill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6" name="副標題 3"/>
          <p:cNvSpPr txBox="1">
            <a:spLocks/>
          </p:cNvSpPr>
          <p:nvPr/>
        </p:nvSpPr>
        <p:spPr bwMode="auto">
          <a:xfrm>
            <a:off x="539496" y="5445252"/>
            <a:ext cx="7056882" cy="1296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216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srgbClr val="0000FF"/>
                </a:solidFill>
                <a:latin typeface="Lucida Console"/>
                <a:cs typeface="Times New Roman" pitchFamily="18" charset="0"/>
              </a:rPr>
              <a:t>void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recursivePrintArray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( </a:t>
            </a:r>
            <a:r>
              <a:rPr lang="en-US" altLang="zh-TW" sz="1500" b="0" kern="0" dirty="0">
                <a:solidFill>
                  <a:srgbClr val="0000FF"/>
                </a:solidFill>
                <a:latin typeface="Lucida Console"/>
                <a:cs typeface="Times New Roman" pitchFamily="18" charset="0"/>
              </a:rPr>
              <a:t>int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last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{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  </a:t>
            </a:r>
            <a:r>
              <a:rPr lang="en-US" altLang="zh-TW" sz="1500" b="0" kern="0" dirty="0">
                <a:solidFill>
                  <a:srgbClr val="0000FF"/>
                </a:solidFill>
                <a:latin typeface="Lucida Console"/>
                <a:cs typeface="Times New Roman" pitchFamily="18" charset="0"/>
              </a:rPr>
              <a:t>if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( last &gt;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  <a:cs typeface="Times New Roman" pitchFamily="18" charset="0"/>
              </a:rPr>
              <a:t>0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)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recursivePrintArray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( last -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  <a:cs typeface="Times New Roman" pitchFamily="18" charset="0"/>
              </a:rPr>
              <a:t>1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);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  cout &lt;&lt;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setw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(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  <a:cs typeface="Times New Roman" pitchFamily="18" charset="0"/>
              </a:rPr>
              <a:t>5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) &lt;&lt; data[ last ];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}</a:t>
            </a:r>
            <a:endParaRPr lang="en-US" altLang="zh-TW" sz="1500" b="0" kern="0" dirty="0">
              <a:solidFill>
                <a:srgbClr val="000000"/>
              </a:solidFill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2123983" y="548980"/>
            <a:ext cx="432018" cy="432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3</a:t>
            </a: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283998" y="1844989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2</a:t>
            </a: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4283998" y="357320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339933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5580007" y="2708995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1</a:t>
            </a:r>
          </a:p>
        </p:txBody>
      </p:sp>
      <p:sp>
        <p:nvSpPr>
          <p:cNvPr id="14" name="文字方塊 13"/>
          <p:cNvSpPr txBox="1"/>
          <p:nvPr/>
        </p:nvSpPr>
        <p:spPr>
          <a:xfrm>
            <a:off x="6156011" y="692981"/>
            <a:ext cx="2160270" cy="864108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algn="l"/>
            <a:endParaRPr lang="zh-TW" altLang="en-US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6444047" y="1557089"/>
            <a:ext cx="1584198" cy="4320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TW" sz="2400" b="0" dirty="0">
                <a:latin typeface="+mn-lt"/>
              </a:rPr>
              <a:t>Output</a:t>
            </a:r>
            <a:endParaRPr lang="zh-TW" altLang="en-US" sz="2400" b="0" dirty="0">
              <a:latin typeface="+mn-lt"/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677944"/>
              </p:ext>
            </p:extLst>
          </p:nvPr>
        </p:nvGraphicFramePr>
        <p:xfrm>
          <a:off x="7596021" y="3284999"/>
          <a:ext cx="864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0260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-2.22222E-6 L -0.14167 0.1259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083" y="62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3"/>
          <p:cNvSpPr>
            <a:spLocks noGrp="1"/>
          </p:cNvSpPr>
          <p:nvPr>
            <p:ph type="subTitle" sz="quarter" idx="1"/>
          </p:nvPr>
        </p:nvSpPr>
        <p:spPr>
          <a:xfrm>
            <a:off x="539496" y="260604"/>
            <a:ext cx="5616702" cy="1296198"/>
          </a:xfrm>
          <a:ln w="19050">
            <a:noFill/>
          </a:ln>
        </p:spPr>
        <p:txBody>
          <a:bodyPr lIns="144000" tIns="126000" rIns="90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data[ arraySize ];</a:t>
            </a:r>
            <a:endParaRPr lang="en-US" altLang="zh-TW" sz="1500" dirty="0">
              <a:solidFill>
                <a:srgbClr val="0000FF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  <a:latin typeface="Lucida Console"/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  <a:latin typeface="Lucida Console"/>
              </a:rPr>
              <a:t>recursivePrintArray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( arraySize - </a:t>
            </a:r>
            <a:r>
              <a:rPr lang="en-US" altLang="zh-TW" sz="150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}</a:t>
            </a:r>
            <a:endParaRPr lang="en-US" altLang="zh-TW" sz="1500" dirty="0">
              <a:solidFill>
                <a:srgbClr val="000000"/>
              </a:solidFill>
            </a:endParaRPr>
          </a:p>
        </p:txBody>
      </p:sp>
      <p:sp>
        <p:nvSpPr>
          <p:cNvPr id="3" name="副標題 3"/>
          <p:cNvSpPr txBox="1">
            <a:spLocks/>
          </p:cNvSpPr>
          <p:nvPr/>
        </p:nvSpPr>
        <p:spPr bwMode="auto">
          <a:xfrm>
            <a:off x="539496" y="1988820"/>
            <a:ext cx="7056882" cy="129616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216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500" b="0" kern="0" dirty="0">
                <a:solidFill>
                  <a:srgbClr val="0000FF"/>
                </a:solidFill>
                <a:latin typeface="Lucida Console"/>
              </a:rPr>
              <a:t>void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</a:rPr>
              <a:t>recursivePrintArray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( </a:t>
            </a:r>
            <a:r>
              <a:rPr lang="en-US" altLang="zh-TW" sz="1500" b="0" kern="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 last )</a:t>
            </a:r>
          </a:p>
          <a:p>
            <a:pPr lvl="0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en-US" altLang="zh-TW" sz="1500" b="0" kern="0" dirty="0">
                <a:solidFill>
                  <a:srgbClr val="0000FF"/>
                </a:solidFill>
                <a:latin typeface="Lucida Console"/>
              </a:rPr>
              <a:t>if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( last &gt;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</a:rPr>
              <a:t>0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 )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</a:rPr>
              <a:t>recursivePrintArray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( last -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   cout &lt;&lt;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</a:rPr>
              <a:t>setw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(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</a:rPr>
              <a:t>5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 ) &lt;&lt; data[ last ];</a:t>
            </a:r>
          </a:p>
          <a:p>
            <a:pPr lvl="0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}</a:t>
            </a:r>
            <a:endParaRPr lang="en-US" altLang="zh-TW" sz="1500" b="0" kern="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副標題 3"/>
          <p:cNvSpPr txBox="1">
            <a:spLocks/>
          </p:cNvSpPr>
          <p:nvPr/>
        </p:nvSpPr>
        <p:spPr bwMode="auto">
          <a:xfrm>
            <a:off x="539496" y="3717036"/>
            <a:ext cx="7056882" cy="129616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216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srgbClr val="0000FF"/>
                </a:solidFill>
                <a:latin typeface="Lucida Console"/>
                <a:cs typeface="Times New Roman" pitchFamily="18" charset="0"/>
              </a:rPr>
              <a:t>void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recursivePrintArray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( </a:t>
            </a:r>
            <a:r>
              <a:rPr lang="en-US" altLang="zh-TW" sz="1500" b="0" kern="0" dirty="0">
                <a:solidFill>
                  <a:srgbClr val="0000FF"/>
                </a:solidFill>
                <a:latin typeface="Lucida Console"/>
                <a:cs typeface="Times New Roman" pitchFamily="18" charset="0"/>
              </a:rPr>
              <a:t>int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last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{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  </a:t>
            </a:r>
            <a:r>
              <a:rPr lang="en-US" altLang="zh-TW" sz="1500" b="0" kern="0" dirty="0">
                <a:solidFill>
                  <a:srgbClr val="0000FF"/>
                </a:solidFill>
                <a:latin typeface="Lucida Console"/>
                <a:cs typeface="Times New Roman" pitchFamily="18" charset="0"/>
              </a:rPr>
              <a:t>if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( last &gt;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  <a:cs typeface="Times New Roman" pitchFamily="18" charset="0"/>
              </a:rPr>
              <a:t>0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)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recursivePrintArray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( last -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  <a:cs typeface="Times New Roman" pitchFamily="18" charset="0"/>
              </a:rPr>
              <a:t>1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);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  cout &lt;&lt;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setw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(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  <a:cs typeface="Times New Roman" pitchFamily="18" charset="0"/>
              </a:rPr>
              <a:t>5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) &lt;&lt; data[ last ];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}</a:t>
            </a:r>
            <a:endParaRPr lang="en-US" altLang="zh-TW" sz="1500" b="0" kern="0" dirty="0">
              <a:solidFill>
                <a:srgbClr val="000000"/>
              </a:solidFill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6" name="副標題 3"/>
          <p:cNvSpPr txBox="1">
            <a:spLocks/>
          </p:cNvSpPr>
          <p:nvPr/>
        </p:nvSpPr>
        <p:spPr bwMode="auto">
          <a:xfrm>
            <a:off x="539496" y="5445252"/>
            <a:ext cx="7056882" cy="1296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216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srgbClr val="0000FF"/>
                </a:solidFill>
                <a:latin typeface="Lucida Console"/>
                <a:cs typeface="Times New Roman" pitchFamily="18" charset="0"/>
              </a:rPr>
              <a:t>void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recursivePrintArray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( </a:t>
            </a:r>
            <a:r>
              <a:rPr lang="en-US" altLang="zh-TW" sz="1500" b="0" kern="0" dirty="0">
                <a:solidFill>
                  <a:srgbClr val="0000FF"/>
                </a:solidFill>
                <a:latin typeface="Lucida Console"/>
                <a:cs typeface="Times New Roman" pitchFamily="18" charset="0"/>
              </a:rPr>
              <a:t>int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last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{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  </a:t>
            </a:r>
            <a:r>
              <a:rPr lang="en-US" altLang="zh-TW" sz="1500" b="0" kern="0" dirty="0">
                <a:solidFill>
                  <a:srgbClr val="0000FF"/>
                </a:solidFill>
                <a:latin typeface="Lucida Console"/>
                <a:cs typeface="Times New Roman" pitchFamily="18" charset="0"/>
              </a:rPr>
              <a:t>if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( last &gt;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  <a:cs typeface="Times New Roman" pitchFamily="18" charset="0"/>
              </a:rPr>
              <a:t>0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)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recursivePrintArray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( last -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  <a:cs typeface="Times New Roman" pitchFamily="18" charset="0"/>
              </a:rPr>
              <a:t>1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);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  cout &lt;&lt;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setw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(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  <a:cs typeface="Times New Roman" pitchFamily="18" charset="0"/>
              </a:rPr>
              <a:t>5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) &lt;&lt; data[ last ];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}</a:t>
            </a:r>
            <a:endParaRPr lang="en-US" altLang="zh-TW" sz="1500" b="0" kern="0" dirty="0">
              <a:solidFill>
                <a:srgbClr val="000000"/>
              </a:solidFill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2123983" y="548980"/>
            <a:ext cx="432018" cy="432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3</a:t>
            </a: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283998" y="1844989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2</a:t>
            </a: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4283998" y="357320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1</a:t>
            </a: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5580007" y="4437007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0</a:t>
            </a:r>
          </a:p>
        </p:txBody>
      </p:sp>
      <p:sp>
        <p:nvSpPr>
          <p:cNvPr id="17" name="文字方塊 16"/>
          <p:cNvSpPr txBox="1"/>
          <p:nvPr/>
        </p:nvSpPr>
        <p:spPr>
          <a:xfrm>
            <a:off x="6156011" y="692981"/>
            <a:ext cx="2160270" cy="864108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algn="l"/>
            <a:endParaRPr lang="zh-TW" altLang="en-US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6444047" y="1557089"/>
            <a:ext cx="1584198" cy="4320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TW" sz="2400" b="0" dirty="0">
                <a:latin typeface="+mn-lt"/>
              </a:rPr>
              <a:t>Output</a:t>
            </a:r>
            <a:endParaRPr lang="zh-TW" altLang="en-US" sz="2400" b="0" dirty="0">
              <a:latin typeface="+mn-lt"/>
            </a:endParaRPr>
          </a:p>
        </p:txBody>
      </p:sp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677944"/>
              </p:ext>
            </p:extLst>
          </p:nvPr>
        </p:nvGraphicFramePr>
        <p:xfrm>
          <a:off x="7596021" y="3284999"/>
          <a:ext cx="864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842977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3"/>
          <p:cNvSpPr>
            <a:spLocks noGrp="1"/>
          </p:cNvSpPr>
          <p:nvPr>
            <p:ph type="subTitle" sz="quarter" idx="1"/>
          </p:nvPr>
        </p:nvSpPr>
        <p:spPr>
          <a:xfrm>
            <a:off x="539496" y="260604"/>
            <a:ext cx="5616702" cy="1296198"/>
          </a:xfrm>
          <a:ln w="19050">
            <a:noFill/>
          </a:ln>
        </p:spPr>
        <p:txBody>
          <a:bodyPr lIns="144000" tIns="126000" rIns="90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data[ arraySize ];</a:t>
            </a:r>
            <a:endParaRPr lang="en-US" altLang="zh-TW" sz="1500" dirty="0">
              <a:solidFill>
                <a:srgbClr val="0000FF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  <a:latin typeface="Lucida Console"/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  <a:latin typeface="Lucida Console"/>
              </a:rPr>
              <a:t>recursivePrintArray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( arraySize - </a:t>
            </a:r>
            <a:r>
              <a:rPr lang="en-US" altLang="zh-TW" sz="150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}</a:t>
            </a:r>
            <a:endParaRPr lang="en-US" altLang="zh-TW" sz="1500" dirty="0">
              <a:solidFill>
                <a:srgbClr val="000000"/>
              </a:solidFill>
            </a:endParaRPr>
          </a:p>
        </p:txBody>
      </p:sp>
      <p:sp>
        <p:nvSpPr>
          <p:cNvPr id="3" name="副標題 3"/>
          <p:cNvSpPr txBox="1">
            <a:spLocks/>
          </p:cNvSpPr>
          <p:nvPr/>
        </p:nvSpPr>
        <p:spPr bwMode="auto">
          <a:xfrm>
            <a:off x="539496" y="1988820"/>
            <a:ext cx="7056882" cy="129616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216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500" b="0" kern="0" dirty="0">
                <a:solidFill>
                  <a:srgbClr val="0000FF"/>
                </a:solidFill>
                <a:latin typeface="Lucida Console"/>
              </a:rPr>
              <a:t>void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</a:rPr>
              <a:t>recursivePrintArray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( </a:t>
            </a:r>
            <a:r>
              <a:rPr lang="en-US" altLang="zh-TW" sz="1500" b="0" kern="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 last )</a:t>
            </a:r>
          </a:p>
          <a:p>
            <a:pPr lvl="0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en-US" altLang="zh-TW" sz="1500" b="0" kern="0" dirty="0">
                <a:solidFill>
                  <a:srgbClr val="0000FF"/>
                </a:solidFill>
                <a:latin typeface="Lucida Console"/>
              </a:rPr>
              <a:t>if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( last &gt;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</a:rPr>
              <a:t>0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 )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</a:rPr>
              <a:t>recursivePrintArray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( last -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   cout &lt;&lt;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</a:rPr>
              <a:t>setw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(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</a:rPr>
              <a:t>5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 ) &lt;&lt; data[ last ];</a:t>
            </a:r>
          </a:p>
          <a:p>
            <a:pPr lvl="0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}</a:t>
            </a:r>
            <a:endParaRPr lang="en-US" altLang="zh-TW" sz="1500" b="0" kern="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副標題 3"/>
          <p:cNvSpPr txBox="1">
            <a:spLocks/>
          </p:cNvSpPr>
          <p:nvPr/>
        </p:nvSpPr>
        <p:spPr bwMode="auto">
          <a:xfrm>
            <a:off x="539496" y="3717036"/>
            <a:ext cx="7056882" cy="129616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216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srgbClr val="0000FF"/>
                </a:solidFill>
                <a:latin typeface="Lucida Console"/>
                <a:cs typeface="Times New Roman" pitchFamily="18" charset="0"/>
              </a:rPr>
              <a:t>void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recursivePrintArray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( </a:t>
            </a:r>
            <a:r>
              <a:rPr lang="en-US" altLang="zh-TW" sz="1500" b="0" kern="0" dirty="0">
                <a:solidFill>
                  <a:srgbClr val="0000FF"/>
                </a:solidFill>
                <a:latin typeface="Lucida Console"/>
                <a:cs typeface="Times New Roman" pitchFamily="18" charset="0"/>
              </a:rPr>
              <a:t>int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last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{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  </a:t>
            </a:r>
            <a:r>
              <a:rPr lang="en-US" altLang="zh-TW" sz="1500" b="0" kern="0" dirty="0">
                <a:solidFill>
                  <a:srgbClr val="0000FF"/>
                </a:solidFill>
                <a:latin typeface="Lucida Console"/>
                <a:cs typeface="Times New Roman" pitchFamily="18" charset="0"/>
              </a:rPr>
              <a:t>if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( last &gt;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  <a:cs typeface="Times New Roman" pitchFamily="18" charset="0"/>
              </a:rPr>
              <a:t>0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)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recursivePrintArray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( last -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  <a:cs typeface="Times New Roman" pitchFamily="18" charset="0"/>
              </a:rPr>
              <a:t>1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);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  cout &lt;&lt;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setw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(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  <a:cs typeface="Times New Roman" pitchFamily="18" charset="0"/>
              </a:rPr>
              <a:t>5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) &lt;&lt; data[ last ];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}</a:t>
            </a:r>
            <a:endParaRPr lang="en-US" altLang="zh-TW" sz="1500" b="0" kern="0" dirty="0">
              <a:solidFill>
                <a:srgbClr val="000000"/>
              </a:solidFill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6" name="副標題 3"/>
          <p:cNvSpPr txBox="1">
            <a:spLocks/>
          </p:cNvSpPr>
          <p:nvPr/>
        </p:nvSpPr>
        <p:spPr bwMode="auto">
          <a:xfrm>
            <a:off x="539496" y="5445252"/>
            <a:ext cx="7056882" cy="1296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216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srgbClr val="0000FF"/>
                </a:solidFill>
                <a:latin typeface="Lucida Console"/>
                <a:cs typeface="Times New Roman" pitchFamily="18" charset="0"/>
              </a:rPr>
              <a:t>void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recursivePrintArray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( </a:t>
            </a:r>
            <a:r>
              <a:rPr lang="en-US" altLang="zh-TW" sz="1500" b="0" kern="0" dirty="0">
                <a:solidFill>
                  <a:srgbClr val="0000FF"/>
                </a:solidFill>
                <a:latin typeface="Lucida Console"/>
                <a:cs typeface="Times New Roman" pitchFamily="18" charset="0"/>
              </a:rPr>
              <a:t>int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last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{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  </a:t>
            </a:r>
            <a:r>
              <a:rPr lang="en-US" altLang="zh-TW" sz="1500" b="0" kern="0" dirty="0">
                <a:solidFill>
                  <a:srgbClr val="0000FF"/>
                </a:solidFill>
                <a:latin typeface="Lucida Console"/>
                <a:cs typeface="Times New Roman" pitchFamily="18" charset="0"/>
              </a:rPr>
              <a:t>if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( last &gt;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  <a:cs typeface="Times New Roman" pitchFamily="18" charset="0"/>
              </a:rPr>
              <a:t>0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)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recursivePrintArray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( last -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  <a:cs typeface="Times New Roman" pitchFamily="18" charset="0"/>
              </a:rPr>
              <a:t>1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);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  cout &lt;&lt;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setw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(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  <a:cs typeface="Times New Roman" pitchFamily="18" charset="0"/>
              </a:rPr>
              <a:t>5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) &lt;&lt; data[ last ];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}</a:t>
            </a:r>
            <a:endParaRPr lang="en-US" altLang="zh-TW" sz="1500" b="0" kern="0" dirty="0">
              <a:solidFill>
                <a:srgbClr val="000000"/>
              </a:solidFill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2123983" y="548980"/>
            <a:ext cx="432018" cy="432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+mn-lt"/>
                <a:ea typeface="新細明體" pitchFamily="18" charset="-120"/>
              </a:rPr>
              <a:t>3</a:t>
            </a: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283998" y="1844989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339933"/>
              </a:solidFill>
              <a:latin typeface="+mn-lt"/>
              <a:ea typeface="新細明體" pitchFamily="18" charset="-120"/>
            </a:endParaRP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4283998" y="5301421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339933"/>
              </a:solidFill>
              <a:latin typeface="+mn-lt"/>
              <a:ea typeface="新細明體" pitchFamily="18" charset="-120"/>
            </a:endParaRP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5580007" y="4437007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+mn-lt"/>
                <a:ea typeface="新細明體" pitchFamily="18" charset="-120"/>
              </a:rPr>
              <a:t>0</a:t>
            </a: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4283998" y="357320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+mn-lt"/>
                <a:ea typeface="新細明體" pitchFamily="18" charset="-120"/>
              </a:rPr>
              <a:t>1</a:t>
            </a:r>
          </a:p>
        </p:txBody>
      </p:sp>
      <p:sp>
        <p:nvSpPr>
          <p:cNvPr id="17" name="文字方塊 16"/>
          <p:cNvSpPr txBox="1"/>
          <p:nvPr/>
        </p:nvSpPr>
        <p:spPr>
          <a:xfrm>
            <a:off x="6156011" y="692981"/>
            <a:ext cx="2160270" cy="864108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algn="l"/>
            <a:endParaRPr lang="zh-TW" altLang="en-US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6444047" y="1557089"/>
            <a:ext cx="1584198" cy="4320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TW" sz="2400" b="0" dirty="0">
                <a:latin typeface="+mn-lt"/>
              </a:rPr>
              <a:t>Output</a:t>
            </a:r>
            <a:endParaRPr lang="zh-TW" altLang="en-US" sz="2400" b="0" dirty="0">
              <a:latin typeface="+mn-lt"/>
            </a:endParaRPr>
          </a:p>
        </p:txBody>
      </p:sp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677944"/>
              </p:ext>
            </p:extLst>
          </p:nvPr>
        </p:nvGraphicFramePr>
        <p:xfrm>
          <a:off x="7596021" y="3284999"/>
          <a:ext cx="864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8094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-4.07407E-6 L -0.14167 0.1261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083" y="62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>
          <a:xfrm>
            <a:off x="792000" y="2708908"/>
            <a:ext cx="7560000" cy="1440184"/>
          </a:xfrm>
        </p:spPr>
        <p:txBody>
          <a:bodyPr/>
          <a:lstStyle/>
          <a:p>
            <a:pPr eaLnBrk="1" hangingPunct="1"/>
            <a:r>
              <a:rPr lang="en-US" altLang="zh-TW" sz="5400" dirty="0">
                <a:ea typeface="新細明體" pitchFamily="18" charset="-120"/>
              </a:rPr>
              <a:t>Recursive </a:t>
            </a:r>
            <a:r>
              <a:rPr lang="en-US" altLang="zh-TW" dirty="0">
                <a:ea typeface="新細明體" pitchFamily="18" charset="-120"/>
              </a:rPr>
              <a:t>Prints an Array in Reverse Order</a:t>
            </a:r>
            <a:endParaRPr lang="en-US" altLang="zh-TW" sz="5400" dirty="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156138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3"/>
          <p:cNvSpPr>
            <a:spLocks noGrp="1"/>
          </p:cNvSpPr>
          <p:nvPr>
            <p:ph idx="1"/>
          </p:nvPr>
        </p:nvSpPr>
        <p:spPr>
          <a:xfrm>
            <a:off x="395971" y="404978"/>
            <a:ext cx="6192043" cy="3024022"/>
          </a:xfrm>
        </p:spPr>
        <p:txBody>
          <a:bodyPr lIns="90000" tIns="46800" rIns="90000"/>
          <a:lstStyle/>
          <a:p>
            <a:pPr lvl="0">
              <a:spcBef>
                <a:spcPts val="0"/>
              </a:spcBef>
            </a:pPr>
            <a:r>
              <a:rPr lang="en-US" altLang="zh-TW" sz="1600" dirty="0" err="1">
                <a:solidFill>
                  <a:srgbClr val="0000FF"/>
                </a:solidFill>
                <a:latin typeface="Lucida Console"/>
              </a:rPr>
              <a:t>const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arraySize =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;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data[ arraySize ];</a:t>
            </a:r>
          </a:p>
          <a:p>
            <a:pPr lvl="0">
              <a:spcBef>
                <a:spcPts val="0"/>
              </a:spcBef>
            </a:pPr>
            <a:endParaRPr lang="en-US" altLang="zh-TW" sz="1600" dirty="0">
              <a:solidFill>
                <a:srgbClr val="0000FF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{</a:t>
            </a:r>
            <a:endParaRPr lang="zh-TW" altLang="en-US" sz="1600" dirty="0">
              <a:solidFill>
                <a:prstClr val="black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nn-NO" altLang="zh-TW" sz="1600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nn-NO" altLang="zh-TW" sz="1600" dirty="0">
                <a:solidFill>
                  <a:srgbClr val="0000FF"/>
                </a:solidFill>
                <a:latin typeface="Lucida Console"/>
              </a:rPr>
              <a:t>for</a:t>
            </a:r>
            <a:r>
              <a:rPr lang="nn-NO" altLang="zh-TW" sz="1600" dirty="0">
                <a:solidFill>
                  <a:prstClr val="black"/>
                </a:solidFill>
                <a:latin typeface="Lucida Console"/>
              </a:rPr>
              <a:t>( </a:t>
            </a:r>
            <a:r>
              <a:rPr lang="nn-NO" altLang="zh-TW" sz="16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nn-NO" altLang="zh-TW" sz="1600" dirty="0">
                <a:solidFill>
                  <a:prstClr val="black"/>
                </a:solidFill>
                <a:latin typeface="Lucida Console"/>
              </a:rPr>
              <a:t> i = </a:t>
            </a:r>
            <a:r>
              <a:rPr lang="nn-NO" altLang="zh-TW" sz="1600" dirty="0">
                <a:solidFill>
                  <a:srgbClr val="0099FF"/>
                </a:solidFill>
                <a:latin typeface="Lucida Console"/>
              </a:rPr>
              <a:t>0</a:t>
            </a:r>
            <a:r>
              <a:rPr lang="nn-NO" altLang="zh-TW" sz="1600" dirty="0">
                <a:solidFill>
                  <a:prstClr val="black"/>
                </a:solidFill>
                <a:latin typeface="Lucida Console"/>
              </a:rPr>
              <a:t>; i &lt; arraySize; i++ 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     data[ i ] =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+ rand() %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10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;</a:t>
            </a:r>
          </a:p>
          <a:p>
            <a:pPr lvl="0">
              <a:spcBef>
                <a:spcPts val="0"/>
              </a:spcBef>
            </a:pPr>
            <a:endParaRPr lang="zh-TW" altLang="en-US" sz="1600" dirty="0">
              <a:solidFill>
                <a:prstClr val="black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</a:rPr>
              <a:t>   cout &lt;&lt;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"\n\</a:t>
            </a:r>
            <a:r>
              <a:rPr lang="en-US" altLang="zh-TW" sz="1600" dirty="0" err="1">
                <a:solidFill>
                  <a:srgbClr val="0099FF"/>
                </a:solidFill>
                <a:latin typeface="Lucida Console"/>
              </a:rPr>
              <a:t>nArray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 values in reverse order: "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;</a:t>
            </a:r>
            <a:endParaRPr lang="en-US" altLang="zh-TW" sz="1600" dirty="0">
              <a:solidFill>
                <a:srgbClr val="0099FF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en-US" altLang="zh-TW" dirty="0" err="1">
                <a:solidFill>
                  <a:prstClr val="black"/>
                </a:solidFill>
              </a:rPr>
              <a:t>recursivePrintReverse</a:t>
            </a:r>
            <a:r>
              <a:rPr lang="en-US" altLang="zh-TW" dirty="0">
                <a:solidFill>
                  <a:prstClr val="black"/>
                </a:solidFill>
              </a:rPr>
              <a:t>( 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arraySize -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</a:rPr>
              <a:t>   cout 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&lt;&lt; endl &lt;&lt; endl;</a:t>
            </a:r>
            <a:endParaRPr lang="zh-TW" altLang="en-US" sz="1600" dirty="0">
              <a:solidFill>
                <a:prstClr val="black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}</a:t>
            </a:r>
            <a:endParaRPr lang="zh-TW" altLang="en-US" sz="1600" dirty="0">
              <a:solidFill>
                <a:srgbClr val="000000"/>
              </a:solidFill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0"/>
          </p:nvPr>
        </p:nvSpPr>
        <p:spPr>
          <a:xfrm>
            <a:off x="539972" y="4301028"/>
            <a:ext cx="5328038" cy="1863992"/>
          </a:xfrm>
        </p:spPr>
        <p:txBody>
          <a:bodyPr lIns="90000" tIns="46800"/>
          <a:lstStyle/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void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</a:t>
            </a:r>
            <a:r>
              <a:rPr lang="en-US" altLang="zh-TW" dirty="0" err="1">
                <a:solidFill>
                  <a:prstClr val="black"/>
                </a:solidFill>
              </a:rPr>
              <a:t>recursivePrintReverse</a:t>
            </a:r>
            <a:r>
              <a:rPr lang="en-US" altLang="zh-TW" dirty="0">
                <a:solidFill>
                  <a:prstClr val="black"/>
                </a:solidFill>
              </a:rPr>
              <a:t>(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last 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chemeClr val="bg1"/>
                </a:solidFill>
              </a:rPr>
              <a:t>   cout &lt;&lt; </a:t>
            </a:r>
            <a:r>
              <a:rPr lang="en-US" altLang="zh-TW" dirty="0" err="1">
                <a:solidFill>
                  <a:schemeClr val="bg1"/>
                </a:solidFill>
              </a:rPr>
              <a:t>setw</a:t>
            </a:r>
            <a:r>
              <a:rPr lang="en-US" altLang="zh-TW" dirty="0">
                <a:solidFill>
                  <a:schemeClr val="bg1"/>
                </a:solidFill>
              </a:rPr>
              <a:t>( 5 ) &lt;&lt; data[ last ];</a:t>
            </a:r>
          </a:p>
          <a:p>
            <a:pPr lvl="0">
              <a:spcBef>
                <a:spcPts val="0"/>
              </a:spcBef>
            </a:pPr>
            <a:endParaRPr lang="en-US" altLang="zh-TW" sz="1600" dirty="0">
              <a:solidFill>
                <a:schemeClr val="bg1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chemeClr val="bg1"/>
                </a:solidFill>
                <a:latin typeface="Lucida Console"/>
              </a:rPr>
              <a:t>   if( last &gt; 0 )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chemeClr val="bg1"/>
                </a:solidFill>
                <a:latin typeface="Lucida Console"/>
              </a:rPr>
              <a:t>      </a:t>
            </a:r>
            <a:r>
              <a:rPr lang="en-US" altLang="zh-TW" dirty="0" err="1">
                <a:solidFill>
                  <a:schemeClr val="bg1"/>
                </a:solidFill>
              </a:rPr>
              <a:t>recursivePrintReverse</a:t>
            </a:r>
            <a:r>
              <a:rPr lang="en-US" altLang="zh-TW" dirty="0">
                <a:solidFill>
                  <a:schemeClr val="bg1"/>
                </a:solidFill>
              </a:rPr>
              <a:t>( </a:t>
            </a:r>
            <a:r>
              <a:rPr lang="en-US" altLang="zh-TW" sz="1600" dirty="0">
                <a:solidFill>
                  <a:schemeClr val="bg1"/>
                </a:solidFill>
                <a:latin typeface="Lucida Console"/>
              </a:rPr>
              <a:t>last - 1 );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}</a:t>
            </a:r>
            <a:endParaRPr lang="en-US" altLang="zh-TW" sz="1600" dirty="0">
              <a:solidFill>
                <a:srgbClr val="000000"/>
              </a:solidFill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7596021" y="3284999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857842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3"/>
          <p:cNvSpPr>
            <a:spLocks noGrp="1"/>
          </p:cNvSpPr>
          <p:nvPr>
            <p:ph idx="1"/>
          </p:nvPr>
        </p:nvSpPr>
        <p:spPr>
          <a:xfrm>
            <a:off x="395971" y="404978"/>
            <a:ext cx="6192043" cy="3024022"/>
          </a:xfrm>
        </p:spPr>
        <p:txBody>
          <a:bodyPr lIns="90000" tIns="46800" rIns="90000"/>
          <a:lstStyle/>
          <a:p>
            <a:pPr lvl="0">
              <a:spcBef>
                <a:spcPts val="0"/>
              </a:spcBef>
            </a:pPr>
            <a:r>
              <a:rPr lang="en-US" altLang="zh-TW" sz="1600" dirty="0" err="1">
                <a:solidFill>
                  <a:srgbClr val="0000FF"/>
                </a:solidFill>
                <a:latin typeface="Lucida Console"/>
              </a:rPr>
              <a:t>const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arraySize =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;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data[ arraySize ];</a:t>
            </a:r>
          </a:p>
          <a:p>
            <a:pPr lvl="0">
              <a:spcBef>
                <a:spcPts val="0"/>
              </a:spcBef>
            </a:pPr>
            <a:endParaRPr lang="en-US" altLang="zh-TW" sz="1600" dirty="0">
              <a:solidFill>
                <a:srgbClr val="0000FF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{</a:t>
            </a:r>
            <a:endParaRPr lang="zh-TW" altLang="en-US" sz="1600" dirty="0">
              <a:solidFill>
                <a:prstClr val="black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nn-NO" altLang="zh-TW" sz="1600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nn-NO" altLang="zh-TW" sz="1600" dirty="0">
                <a:solidFill>
                  <a:srgbClr val="0000FF"/>
                </a:solidFill>
                <a:latin typeface="Lucida Console"/>
              </a:rPr>
              <a:t>for</a:t>
            </a:r>
            <a:r>
              <a:rPr lang="nn-NO" altLang="zh-TW" sz="1600" dirty="0">
                <a:solidFill>
                  <a:prstClr val="black"/>
                </a:solidFill>
                <a:latin typeface="Lucida Console"/>
              </a:rPr>
              <a:t>( </a:t>
            </a:r>
            <a:r>
              <a:rPr lang="nn-NO" altLang="zh-TW" sz="16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nn-NO" altLang="zh-TW" sz="1600" dirty="0">
                <a:solidFill>
                  <a:prstClr val="black"/>
                </a:solidFill>
                <a:latin typeface="Lucida Console"/>
              </a:rPr>
              <a:t> i = </a:t>
            </a:r>
            <a:r>
              <a:rPr lang="nn-NO" altLang="zh-TW" sz="1600" dirty="0">
                <a:solidFill>
                  <a:srgbClr val="0099FF"/>
                </a:solidFill>
                <a:latin typeface="Lucida Console"/>
              </a:rPr>
              <a:t>0</a:t>
            </a:r>
            <a:r>
              <a:rPr lang="nn-NO" altLang="zh-TW" sz="1600" dirty="0">
                <a:solidFill>
                  <a:prstClr val="black"/>
                </a:solidFill>
                <a:latin typeface="Lucida Console"/>
              </a:rPr>
              <a:t>; i &lt; arraySize; i++ 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     data[ i ] =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+ rand() %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10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;</a:t>
            </a:r>
          </a:p>
          <a:p>
            <a:pPr lvl="0">
              <a:spcBef>
                <a:spcPts val="0"/>
              </a:spcBef>
            </a:pPr>
            <a:endParaRPr lang="zh-TW" altLang="en-US" sz="1600" dirty="0">
              <a:solidFill>
                <a:prstClr val="black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</a:rPr>
              <a:t>   cout &lt;&lt;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"\n\</a:t>
            </a:r>
            <a:r>
              <a:rPr lang="en-US" altLang="zh-TW" sz="1600" dirty="0" err="1">
                <a:solidFill>
                  <a:srgbClr val="0099FF"/>
                </a:solidFill>
                <a:latin typeface="Lucida Console"/>
              </a:rPr>
              <a:t>nArray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 values in reverse order: "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;</a:t>
            </a:r>
            <a:endParaRPr lang="en-US" altLang="zh-TW" sz="1600" dirty="0">
              <a:solidFill>
                <a:srgbClr val="0099FF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en-US" altLang="zh-TW" dirty="0" err="1">
                <a:solidFill>
                  <a:prstClr val="black"/>
                </a:solidFill>
              </a:rPr>
              <a:t>recursivePrintReverse</a:t>
            </a:r>
            <a:r>
              <a:rPr lang="en-US" altLang="zh-TW" dirty="0">
                <a:solidFill>
                  <a:prstClr val="black"/>
                </a:solidFill>
              </a:rPr>
              <a:t>( 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arraySize -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</a:rPr>
              <a:t>   cout 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&lt;&lt; endl &lt;&lt; endl;</a:t>
            </a:r>
            <a:endParaRPr lang="zh-TW" altLang="en-US" sz="1600" dirty="0">
              <a:solidFill>
                <a:prstClr val="black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}</a:t>
            </a:r>
            <a:endParaRPr lang="zh-TW" altLang="en-US" sz="1600" dirty="0">
              <a:solidFill>
                <a:srgbClr val="000000"/>
              </a:solidFill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0"/>
          </p:nvPr>
        </p:nvSpPr>
        <p:spPr>
          <a:xfrm>
            <a:off x="539972" y="4301028"/>
            <a:ext cx="5328038" cy="1863992"/>
          </a:xfrm>
        </p:spPr>
        <p:txBody>
          <a:bodyPr lIns="90000" tIns="46800"/>
          <a:lstStyle/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void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</a:t>
            </a:r>
            <a:r>
              <a:rPr lang="en-US" altLang="zh-TW" dirty="0" err="1">
                <a:solidFill>
                  <a:prstClr val="black"/>
                </a:solidFill>
              </a:rPr>
              <a:t>recursivePrintReverse</a:t>
            </a:r>
            <a:r>
              <a:rPr lang="en-US" altLang="zh-TW" dirty="0">
                <a:solidFill>
                  <a:prstClr val="black"/>
                </a:solidFill>
              </a:rPr>
              <a:t>(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last 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prstClr val="black"/>
                </a:solidFill>
              </a:rPr>
              <a:t>   cout &lt;&lt; </a:t>
            </a:r>
            <a:r>
              <a:rPr lang="en-US" altLang="zh-TW" dirty="0" err="1">
                <a:solidFill>
                  <a:prstClr val="black"/>
                </a:solidFill>
              </a:rPr>
              <a:t>setw</a:t>
            </a:r>
            <a:r>
              <a:rPr lang="en-US" altLang="zh-TW" dirty="0">
                <a:solidFill>
                  <a:prstClr val="black"/>
                </a:solidFill>
              </a:rPr>
              <a:t>( </a:t>
            </a:r>
            <a:r>
              <a:rPr lang="en-US" altLang="zh-TW" dirty="0">
                <a:solidFill>
                  <a:srgbClr val="0099FF"/>
                </a:solidFill>
              </a:rPr>
              <a:t>5</a:t>
            </a:r>
            <a:r>
              <a:rPr lang="en-US" altLang="zh-TW" dirty="0">
                <a:solidFill>
                  <a:prstClr val="black"/>
                </a:solidFill>
              </a:rPr>
              <a:t> ) &lt;&lt; data[ last ];</a:t>
            </a:r>
          </a:p>
          <a:p>
            <a:pPr lvl="0">
              <a:spcBef>
                <a:spcPts val="0"/>
              </a:spcBef>
            </a:pPr>
            <a:endParaRPr lang="en-US" altLang="zh-TW" sz="1600" dirty="0">
              <a:solidFill>
                <a:prstClr val="black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if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( last &gt;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0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     </a:t>
            </a:r>
            <a:r>
              <a:rPr lang="en-US" altLang="zh-TW" dirty="0" err="1">
                <a:solidFill>
                  <a:prstClr val="black"/>
                </a:solidFill>
              </a:rPr>
              <a:t>recursivePrintReverse</a:t>
            </a:r>
            <a:r>
              <a:rPr lang="en-US" altLang="zh-TW" dirty="0">
                <a:solidFill>
                  <a:prstClr val="black"/>
                </a:solidFill>
              </a:rPr>
              <a:t>( 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last -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}</a:t>
            </a:r>
            <a:endParaRPr lang="en-US" altLang="zh-TW" sz="1600" dirty="0">
              <a:solidFill>
                <a:srgbClr val="000000"/>
              </a:solidFill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7596021" y="3284999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799742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3"/>
          <p:cNvSpPr>
            <a:spLocks noGrp="1"/>
          </p:cNvSpPr>
          <p:nvPr>
            <p:ph type="subTitle" sz="quarter" idx="1"/>
          </p:nvPr>
        </p:nvSpPr>
        <p:spPr>
          <a:xfrm>
            <a:off x="683973" y="260978"/>
            <a:ext cx="5040511" cy="1295824"/>
          </a:xfrm>
          <a:ln w="19050">
            <a:noFill/>
          </a:ln>
        </p:spPr>
        <p:txBody>
          <a:bodyPr lIns="144000" tIns="126000" rIns="90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data[ arraySize ];</a:t>
            </a:r>
            <a:endParaRPr lang="en-US" altLang="zh-TW" sz="1500" dirty="0">
              <a:solidFill>
                <a:srgbClr val="0000FF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  <a:latin typeface="Lucida Console"/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  <a:latin typeface="Lucida Console"/>
              </a:rPr>
              <a:t>recursivePrintReverse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( arraySize - </a:t>
            </a:r>
            <a:r>
              <a:rPr lang="en-US" altLang="zh-TW" sz="150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}</a:t>
            </a:r>
            <a:endParaRPr lang="en-US" altLang="zh-TW" sz="1500" dirty="0">
              <a:solidFill>
                <a:srgbClr val="000000"/>
              </a:solidFill>
            </a:endParaRPr>
          </a:p>
        </p:txBody>
      </p:sp>
      <p:sp>
        <p:nvSpPr>
          <p:cNvPr id="3" name="副標題 3"/>
          <p:cNvSpPr txBox="1">
            <a:spLocks/>
          </p:cNvSpPr>
          <p:nvPr/>
        </p:nvSpPr>
        <p:spPr bwMode="auto">
          <a:xfrm>
            <a:off x="539496" y="1988820"/>
            <a:ext cx="6192519" cy="129616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44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5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Console"/>
                <a:ea typeface="DFKai-SB"/>
                <a:cs typeface="+mn-cs"/>
              </a:rPr>
              <a:t>void</a:t>
            </a:r>
            <a:r>
              <a:rPr kumimoji="0" lang="en-US" altLang="zh-TW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DFKai-SB"/>
                <a:cs typeface="+mn-cs"/>
              </a:rPr>
              <a:t> </a:t>
            </a:r>
            <a:r>
              <a:rPr kumimoji="0" lang="en-US" altLang="zh-TW" sz="15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DFKai-SB"/>
                <a:cs typeface="+mn-cs"/>
              </a:rPr>
              <a:t>recursivePrintReverse</a:t>
            </a:r>
            <a:r>
              <a:rPr kumimoji="0" lang="en-US" altLang="zh-TW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DFKai-SB"/>
                <a:cs typeface="+mn-cs"/>
              </a:rPr>
              <a:t>( </a:t>
            </a:r>
            <a:r>
              <a:rPr kumimoji="0" lang="en-US" altLang="zh-TW" sz="15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Console"/>
                <a:ea typeface="DFKai-SB"/>
                <a:cs typeface="+mn-cs"/>
              </a:rPr>
              <a:t>int</a:t>
            </a:r>
            <a:r>
              <a:rPr kumimoji="0" lang="en-US" altLang="zh-TW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DFKai-SB"/>
                <a:cs typeface="+mn-cs"/>
              </a:rPr>
              <a:t> last 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DFKai-SB"/>
                <a:cs typeface="+mn-cs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   cout &lt;&lt;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</a:rPr>
              <a:t>setw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(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</a:rPr>
              <a:t>5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</a:rPr>
              <a:t> ) &lt;&lt; data[ last ];</a:t>
            </a:r>
            <a:endParaRPr kumimoji="0" lang="en-US" altLang="zh-TW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DFKai-SB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DFKai-SB"/>
                <a:cs typeface="+mn-cs"/>
              </a:rPr>
              <a:t>   </a:t>
            </a:r>
            <a:r>
              <a:rPr kumimoji="0" lang="en-US" altLang="zh-TW" sz="15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Console"/>
                <a:ea typeface="DFKai-SB"/>
                <a:cs typeface="+mn-cs"/>
              </a:rPr>
              <a:t>if</a:t>
            </a:r>
            <a:r>
              <a:rPr kumimoji="0" lang="en-US" altLang="zh-TW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DFKai-SB"/>
                <a:cs typeface="+mn-cs"/>
              </a:rPr>
              <a:t>( last &gt; </a:t>
            </a:r>
            <a:r>
              <a:rPr kumimoji="0" lang="en-US" altLang="zh-TW" sz="1500" b="0" i="0" u="none" strike="noStrike" kern="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Lucida Console"/>
                <a:ea typeface="DFKai-SB"/>
                <a:cs typeface="+mn-cs"/>
              </a:rPr>
              <a:t>0</a:t>
            </a:r>
            <a:r>
              <a:rPr kumimoji="0" lang="en-US" altLang="zh-TW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DFKai-SB"/>
                <a:cs typeface="+mn-cs"/>
              </a:rPr>
              <a:t> ) </a:t>
            </a:r>
            <a:r>
              <a:rPr kumimoji="0" lang="en-US" altLang="zh-TW" sz="15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DFKai-SB"/>
                <a:cs typeface="+mn-cs"/>
              </a:rPr>
              <a:t>recursivePrintReverse</a:t>
            </a:r>
            <a:r>
              <a:rPr kumimoji="0" lang="en-US" altLang="zh-TW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DFKai-SB"/>
                <a:cs typeface="+mn-cs"/>
              </a:rPr>
              <a:t>( last - </a:t>
            </a:r>
            <a:r>
              <a:rPr kumimoji="0" lang="en-US" altLang="zh-TW" sz="1500" b="0" i="0" u="none" strike="noStrike" kern="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Lucida Console"/>
                <a:ea typeface="DFKai-SB"/>
                <a:cs typeface="+mn-cs"/>
              </a:rPr>
              <a:t>1</a:t>
            </a:r>
            <a:r>
              <a:rPr kumimoji="0" lang="en-US" altLang="zh-TW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DFKai-SB"/>
                <a:cs typeface="+mn-cs"/>
              </a:rPr>
              <a:t> 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DFKai-SB"/>
                <a:cs typeface="+mn-cs"/>
              </a:rPr>
              <a:t>}</a:t>
            </a:r>
            <a:endParaRPr kumimoji="0" lang="en-US" altLang="zh-TW" sz="1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 panose="020B0609040504020204" pitchFamily="49" charset="0"/>
              <a:ea typeface="DFKai-SB"/>
              <a:cs typeface="+mn-cs"/>
            </a:endParaRPr>
          </a:p>
        </p:txBody>
      </p:sp>
      <p:sp>
        <p:nvSpPr>
          <p:cNvPr id="5" name="副標題 3"/>
          <p:cNvSpPr txBox="1">
            <a:spLocks/>
          </p:cNvSpPr>
          <p:nvPr/>
        </p:nvSpPr>
        <p:spPr bwMode="auto">
          <a:xfrm>
            <a:off x="539496" y="3717036"/>
            <a:ext cx="6192519" cy="129616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44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  <a:defRPr/>
            </a:pPr>
            <a:r>
              <a:rPr lang="en-US" altLang="zh-TW" sz="1500" b="0" kern="0" dirty="0">
                <a:solidFill>
                  <a:srgbClr val="0000FF"/>
                </a:solidFill>
                <a:latin typeface="Lucida Console"/>
                <a:cs typeface="Times New Roman" pitchFamily="18" charset="0"/>
              </a:rPr>
              <a:t>void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recursivePrintReverse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( </a:t>
            </a:r>
            <a:r>
              <a:rPr lang="en-US" altLang="zh-TW" sz="1500" b="0" kern="0" dirty="0">
                <a:solidFill>
                  <a:srgbClr val="0000FF"/>
                </a:solidFill>
                <a:latin typeface="Lucida Console"/>
                <a:cs typeface="Times New Roman" pitchFamily="18" charset="0"/>
              </a:rPr>
              <a:t>int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last )</a:t>
            </a:r>
          </a:p>
          <a:p>
            <a:pPr lvl="0">
              <a:spcBef>
                <a:spcPts val="0"/>
              </a:spcBef>
              <a:defRPr/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{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  cout &lt;&lt;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setw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(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  <a:cs typeface="Times New Roman" pitchFamily="18" charset="0"/>
              </a:rPr>
              <a:t>5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) &lt;&lt; data[ last ];</a:t>
            </a:r>
          </a:p>
          <a:p>
            <a:pPr lvl="0">
              <a:spcBef>
                <a:spcPts val="0"/>
              </a:spcBef>
              <a:defRPr/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  </a:t>
            </a:r>
            <a:r>
              <a:rPr lang="en-US" altLang="zh-TW" sz="1500" b="0" kern="0" dirty="0">
                <a:solidFill>
                  <a:srgbClr val="0000FF"/>
                </a:solidFill>
                <a:latin typeface="Lucida Console"/>
                <a:cs typeface="Times New Roman" pitchFamily="18" charset="0"/>
              </a:rPr>
              <a:t>if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( last &gt;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  <a:cs typeface="Times New Roman" pitchFamily="18" charset="0"/>
              </a:rPr>
              <a:t>0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)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recursivePrintReverse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( last -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  <a:cs typeface="Times New Roman" pitchFamily="18" charset="0"/>
              </a:rPr>
              <a:t>1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);</a:t>
            </a:r>
          </a:p>
          <a:p>
            <a:pPr lvl="0">
              <a:spcBef>
                <a:spcPts val="0"/>
              </a:spcBef>
              <a:defRPr/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}</a:t>
            </a:r>
            <a:endParaRPr lang="en-US" altLang="zh-TW" sz="1500" b="0" kern="0" dirty="0">
              <a:solidFill>
                <a:srgbClr val="000000"/>
              </a:solidFill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6" name="副標題 3"/>
          <p:cNvSpPr txBox="1">
            <a:spLocks/>
          </p:cNvSpPr>
          <p:nvPr/>
        </p:nvSpPr>
        <p:spPr bwMode="auto">
          <a:xfrm>
            <a:off x="539496" y="5445252"/>
            <a:ext cx="6192519" cy="1296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44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  <a:defRPr/>
            </a:pPr>
            <a:r>
              <a:rPr lang="en-US" altLang="zh-TW" sz="1500" b="0" kern="0" dirty="0">
                <a:solidFill>
                  <a:srgbClr val="0000FF"/>
                </a:solidFill>
                <a:latin typeface="Lucida Console"/>
                <a:cs typeface="Times New Roman" pitchFamily="18" charset="0"/>
              </a:rPr>
              <a:t>void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recursivePrintReverse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( </a:t>
            </a:r>
            <a:r>
              <a:rPr lang="en-US" altLang="zh-TW" sz="1500" b="0" kern="0" dirty="0">
                <a:solidFill>
                  <a:srgbClr val="0000FF"/>
                </a:solidFill>
                <a:latin typeface="Lucida Console"/>
                <a:cs typeface="Times New Roman" pitchFamily="18" charset="0"/>
              </a:rPr>
              <a:t>int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last )</a:t>
            </a:r>
          </a:p>
          <a:p>
            <a:pPr lvl="0">
              <a:spcBef>
                <a:spcPts val="0"/>
              </a:spcBef>
              <a:defRPr/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{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  cout &lt;&lt;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setw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(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  <a:cs typeface="Times New Roman" pitchFamily="18" charset="0"/>
              </a:rPr>
              <a:t>5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) &lt;&lt; data[ last ];</a:t>
            </a:r>
          </a:p>
          <a:p>
            <a:pPr lvl="0">
              <a:spcBef>
                <a:spcPts val="0"/>
              </a:spcBef>
              <a:defRPr/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  </a:t>
            </a:r>
            <a:r>
              <a:rPr lang="en-US" altLang="zh-TW" sz="1500" b="0" kern="0" dirty="0">
                <a:solidFill>
                  <a:srgbClr val="0000FF"/>
                </a:solidFill>
                <a:latin typeface="Lucida Console"/>
                <a:cs typeface="Times New Roman" pitchFamily="18" charset="0"/>
              </a:rPr>
              <a:t>if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( last &gt;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  <a:cs typeface="Times New Roman" pitchFamily="18" charset="0"/>
              </a:rPr>
              <a:t>0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) </a:t>
            </a:r>
            <a:r>
              <a:rPr lang="en-US" altLang="zh-TW" sz="1500" b="0" kern="0" dirty="0" err="1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recursivePrintReverse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( last - </a:t>
            </a:r>
            <a:r>
              <a:rPr lang="en-US" altLang="zh-TW" sz="1500" b="0" kern="0" dirty="0">
                <a:solidFill>
                  <a:srgbClr val="0099FF"/>
                </a:solidFill>
                <a:latin typeface="Lucida Console"/>
                <a:cs typeface="Times New Roman" pitchFamily="18" charset="0"/>
              </a:rPr>
              <a:t>1</a:t>
            </a: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 );</a:t>
            </a:r>
          </a:p>
          <a:p>
            <a:pPr lvl="0">
              <a:spcBef>
                <a:spcPts val="0"/>
              </a:spcBef>
              <a:defRPr/>
            </a:pPr>
            <a:r>
              <a:rPr lang="en-US" altLang="zh-TW" sz="1500" b="0" kern="0" dirty="0">
                <a:solidFill>
                  <a:prstClr val="black"/>
                </a:solidFill>
                <a:latin typeface="Lucida Console"/>
                <a:cs typeface="Times New Roman" pitchFamily="18" charset="0"/>
              </a:rPr>
              <a:t>}</a:t>
            </a:r>
            <a:endParaRPr lang="en-US" altLang="zh-TW" sz="1500" b="0" kern="0" dirty="0">
              <a:solidFill>
                <a:srgbClr val="000000"/>
              </a:solidFill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2268460" y="548980"/>
            <a:ext cx="432018" cy="432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Times New Roman" pitchFamily="18" charset="0"/>
              </a:rPr>
              <a:t>3</a:t>
            </a: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427999" y="1844989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Times New Roman" pitchFamily="18" charset="0"/>
              </a:rPr>
              <a:t>2</a:t>
            </a: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4427999" y="5301421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Times New Roman" pitchFamily="18" charset="0"/>
              </a:rPr>
              <a:t>0</a:t>
            </a: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5724008" y="4725009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Times New Roman" pitchFamily="18" charset="0"/>
              </a:rPr>
              <a:t>0</a:t>
            </a: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4427999" y="357320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Times New Roman" pitchFamily="18" charset="0"/>
              </a:rPr>
              <a:t>1</a:t>
            </a:r>
          </a:p>
        </p:txBody>
      </p:sp>
      <p:sp>
        <p:nvSpPr>
          <p:cNvPr id="17" name="文字方塊 16"/>
          <p:cNvSpPr txBox="1"/>
          <p:nvPr/>
        </p:nvSpPr>
        <p:spPr>
          <a:xfrm>
            <a:off x="6156011" y="692981"/>
            <a:ext cx="2160270" cy="864108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DFKai-SB"/>
              <a:cs typeface="Times New Roman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6444047" y="1557089"/>
            <a:ext cx="1584198" cy="4320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DFKai-SB"/>
                <a:cs typeface="Times New Roman" pitchFamily="18" charset="0"/>
              </a:rPr>
              <a:t>Output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/>
              <a:ea typeface="DFKai-SB"/>
              <a:cs typeface="Times New Roman" pitchFamily="18" charset="0"/>
            </a:endParaRPr>
          </a:p>
        </p:txBody>
      </p:sp>
      <p:graphicFrame>
        <p:nvGraphicFramePr>
          <p:cNvPr id="19" name="表格 18"/>
          <p:cNvGraphicFramePr>
            <a:graphicFrameLocks noGrp="1"/>
          </p:cNvGraphicFramePr>
          <p:nvPr/>
        </p:nvGraphicFramePr>
        <p:xfrm>
          <a:off x="7596021" y="3284999"/>
          <a:ext cx="864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4428475" y="1268985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2</a:t>
            </a: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5724008" y="2996997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Times New Roman" pitchFamily="18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69595185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AADFEF-BE19-4B6C-89CC-D80A7FBE7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Recursive Prints an Array Forward and Backward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110801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7A95331-7D76-4E85-BC82-0F2E0AA16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72" y="548980"/>
            <a:ext cx="5184036" cy="3888027"/>
          </a:xfrm>
        </p:spPr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recursivePrintArray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0 )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recursivePrintArray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data[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recursivePrintReverse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data[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0 )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recursivePrintReverse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374386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99BF62C-A943-46F0-935F-C837CBF13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72" y="548980"/>
            <a:ext cx="6336044" cy="5760040"/>
          </a:xfrm>
        </p:spPr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recursivePrintArray1(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chemeClr val="bg1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&lt;&lt; " " &lt;&lt; data[ first ];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if( first &lt; last )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   recursivePrintArray1( first + 1, last );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recursivePrintArray2(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if( first &lt; last )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   recursivePrintArray2( first, last - 1 );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chemeClr val="bg1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&lt;&lt; " " &lt;&lt; data[ last ];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recursivePrintReverse1(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chemeClr val="bg1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&lt;&lt; " " &lt;&lt; data[ last ];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if( first &lt; last )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   recursivePrintReverse1( first, last - 1 );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recursivePrintReverse2(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if( first &lt; last )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   recursivePrintReverse2( first + 1, last );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chemeClr val="bg1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&lt;&lt; " " &lt;&lt; data[ first ];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2593687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99BF62C-A943-46F0-935F-C837CBF13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72" y="548980"/>
            <a:ext cx="6336044" cy="5760040"/>
          </a:xfrm>
        </p:spPr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recursivePrintArray1(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chemeClr val="bg1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&lt;&lt; " " &lt;&lt; data[ first ];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if( first &lt; last )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   recursivePrintArray1( first + 1, last );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recursivePrintArray2(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recursivePrintArray2(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data[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recursivePrintReverse1(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chemeClr val="bg1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&lt;&lt; " " &lt;&lt; data[ last ];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if( first &lt; last )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   recursivePrintReverse1( first, last - 1 );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recursivePrintReverse2(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if( first &lt; last )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   recursivePrintReverse2( first + 1, last );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chemeClr val="bg1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&lt;&lt; " " &lt;&lt; data[ first ];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0539359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99BF62C-A943-46F0-935F-C837CBF13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72" y="548980"/>
            <a:ext cx="6336044" cy="5760040"/>
          </a:xfrm>
        </p:spPr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recursivePrintArray1(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data[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recursivePrintArray1(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recursivePrintArray2(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recursivePrintArray2(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data[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recursivePrintReverse1(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chemeClr val="bg1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&lt;&lt; " " &lt;&lt; data[ last ];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if( first &lt; last )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   recursivePrintReverse1( first, last - 1 );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recursivePrintReverse2(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if( first &lt; last )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   recursivePrintReverse2( first + 1, last );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chemeClr val="bg1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&lt;&lt; " " &lt;&lt; data[ first ];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4288830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99BF62C-A943-46F0-935F-C837CBF13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72" y="548980"/>
            <a:ext cx="6336044" cy="5760040"/>
          </a:xfrm>
        </p:spPr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recursivePrintArray1(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data[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recursivePrintArray1(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recursivePrintArray2(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recursivePrintArray2(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data[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recursivePrintReverse1(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data[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recursivePrintReverse1(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void recursivePrintReverse2( int first, int last )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if( first &lt; last )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   recursivePrintReverse2( first + 1, last );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chemeClr val="bg1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&lt;&lt; " " &lt;&lt; data[ first ];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320687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99BF62C-A943-46F0-935F-C837CBF13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72" y="548980"/>
            <a:ext cx="6336044" cy="5760040"/>
          </a:xfrm>
        </p:spPr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recursivePrintArray1(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data[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recursivePrintArray1(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recursivePrintArray2(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recursivePrintArray2(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data[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recursivePrintReverse1(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data[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recursivePrintReverse1(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recursivePrintReverse2(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recursivePrintReverse2(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data[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3323671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</a:rPr>
              <a:t>a1</a:t>
            </a:r>
            <a:r>
              <a:rPr lang="en-US" altLang="zh-TW" sz="1500" dirty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size 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7" name="內容版面配置區 6"/>
          <p:cNvSpPr>
            <a:spLocks noGrp="1"/>
          </p:cNvSpPr>
          <p:nvPr>
            <p:ph idx="13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8" name="內容版面配置區 7"/>
          <p:cNvSpPr>
            <a:spLocks noGrp="1"/>
          </p:cNvSpPr>
          <p:nvPr>
            <p:ph idx="14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0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2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" name="內容版面配置區 8"/>
          <p:cNvSpPr>
            <a:spLocks noGrp="1"/>
          </p:cNvSpPr>
          <p:nvPr>
            <p:ph idx="15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</a:rPr>
              <a:t>a2</a:t>
            </a:r>
            <a:r>
              <a:rPr lang="en-US" altLang="zh-TW" sz="1500" dirty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size 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3563993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007166"/>
              </p:ext>
            </p:extLst>
          </p:nvPr>
        </p:nvGraphicFramePr>
        <p:xfrm>
          <a:off x="4283998" y="1124984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2555986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1835981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32" name="Text Box 11"/>
          <p:cNvSpPr txBox="1">
            <a:spLocks noChangeArrowheads="1"/>
          </p:cNvSpPr>
          <p:nvPr/>
        </p:nvSpPr>
        <p:spPr bwMode="auto">
          <a:xfrm>
            <a:off x="7308019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35" name="Text Box 11"/>
          <p:cNvSpPr txBox="1">
            <a:spLocks noChangeArrowheads="1"/>
          </p:cNvSpPr>
          <p:nvPr/>
        </p:nvSpPr>
        <p:spPr bwMode="auto">
          <a:xfrm>
            <a:off x="6588014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10" name="內容版面配置區 9"/>
          <p:cNvSpPr>
            <a:spLocks noGrp="1"/>
          </p:cNvSpPr>
          <p:nvPr>
            <p:ph idx="10"/>
          </p:nvPr>
        </p:nvSpPr>
        <p:spPr>
          <a:xfrm>
            <a:off x="251970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11" name="內容版面配置區 10"/>
          <p:cNvSpPr>
            <a:spLocks noGrp="1"/>
          </p:cNvSpPr>
          <p:nvPr>
            <p:ph idx="12"/>
          </p:nvPr>
        </p:nvSpPr>
        <p:spPr>
          <a:xfrm>
            <a:off x="5004003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45" name="Text Box 11"/>
          <p:cNvSpPr txBox="1">
            <a:spLocks noChangeArrowheads="1"/>
          </p:cNvSpPr>
          <p:nvPr/>
        </p:nvSpPr>
        <p:spPr bwMode="auto">
          <a:xfrm>
            <a:off x="2267983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</a:p>
        </p:txBody>
      </p:sp>
      <p:sp>
        <p:nvSpPr>
          <p:cNvPr id="46" name="Text Box 11"/>
          <p:cNvSpPr txBox="1">
            <a:spLocks noChangeArrowheads="1"/>
          </p:cNvSpPr>
          <p:nvPr/>
        </p:nvSpPr>
        <p:spPr bwMode="auto">
          <a:xfrm>
            <a:off x="7020017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</a:p>
        </p:txBody>
      </p:sp>
      <p:sp>
        <p:nvSpPr>
          <p:cNvPr id="47" name="文字方塊 46"/>
          <p:cNvSpPr txBox="1"/>
          <p:nvPr/>
        </p:nvSpPr>
        <p:spPr>
          <a:xfrm>
            <a:off x="4716001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0772269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</a:rPr>
              <a:t>a1</a:t>
            </a:r>
            <a:r>
              <a:rPr lang="en-US" altLang="zh-TW" sz="1500" dirty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size 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7" name="內容版面配置區 6"/>
          <p:cNvSpPr>
            <a:spLocks noGrp="1"/>
          </p:cNvSpPr>
          <p:nvPr>
            <p:ph idx="13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8" name="內容版面配置區 7"/>
          <p:cNvSpPr>
            <a:spLocks noGrp="1"/>
          </p:cNvSpPr>
          <p:nvPr>
            <p:ph idx="14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0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2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" name="內容版面配置區 8"/>
          <p:cNvSpPr>
            <a:spLocks noGrp="1"/>
          </p:cNvSpPr>
          <p:nvPr>
            <p:ph idx="15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</a:rPr>
              <a:t>a2</a:t>
            </a:r>
            <a:r>
              <a:rPr lang="en-US" altLang="zh-TW" sz="1500" dirty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size 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3563993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007166"/>
              </p:ext>
            </p:extLst>
          </p:nvPr>
        </p:nvGraphicFramePr>
        <p:xfrm>
          <a:off x="4283998" y="1124984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2555986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1835981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2699987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1835981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32" name="Text Box 11"/>
          <p:cNvSpPr txBox="1">
            <a:spLocks noChangeArrowheads="1"/>
          </p:cNvSpPr>
          <p:nvPr/>
        </p:nvSpPr>
        <p:spPr bwMode="auto">
          <a:xfrm>
            <a:off x="7308019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35" name="Text Box 11"/>
          <p:cNvSpPr txBox="1">
            <a:spLocks noChangeArrowheads="1"/>
          </p:cNvSpPr>
          <p:nvPr/>
        </p:nvSpPr>
        <p:spPr bwMode="auto">
          <a:xfrm>
            <a:off x="6588014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36" name="Text Box 11"/>
          <p:cNvSpPr txBox="1">
            <a:spLocks noChangeArrowheads="1"/>
          </p:cNvSpPr>
          <p:nvPr/>
        </p:nvSpPr>
        <p:spPr bwMode="auto">
          <a:xfrm>
            <a:off x="7452020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37" name="Text Box 11"/>
          <p:cNvSpPr txBox="1">
            <a:spLocks noChangeArrowheads="1"/>
          </p:cNvSpPr>
          <p:nvPr/>
        </p:nvSpPr>
        <p:spPr bwMode="auto">
          <a:xfrm>
            <a:off x="6588014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10" name="內容版面配置區 9"/>
          <p:cNvSpPr>
            <a:spLocks noGrp="1"/>
          </p:cNvSpPr>
          <p:nvPr>
            <p:ph idx="10"/>
          </p:nvPr>
        </p:nvSpPr>
        <p:spPr>
          <a:xfrm>
            <a:off x="251970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11" name="內容版面配置區 10"/>
          <p:cNvSpPr>
            <a:spLocks noGrp="1"/>
          </p:cNvSpPr>
          <p:nvPr>
            <p:ph idx="12"/>
          </p:nvPr>
        </p:nvSpPr>
        <p:spPr>
          <a:xfrm>
            <a:off x="5004003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45" name="Text Box 11"/>
          <p:cNvSpPr txBox="1">
            <a:spLocks noChangeArrowheads="1"/>
          </p:cNvSpPr>
          <p:nvPr/>
        </p:nvSpPr>
        <p:spPr bwMode="auto">
          <a:xfrm>
            <a:off x="2267983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</a:p>
        </p:txBody>
      </p:sp>
      <p:sp>
        <p:nvSpPr>
          <p:cNvPr id="46" name="Text Box 11"/>
          <p:cNvSpPr txBox="1">
            <a:spLocks noChangeArrowheads="1"/>
          </p:cNvSpPr>
          <p:nvPr/>
        </p:nvSpPr>
        <p:spPr bwMode="auto">
          <a:xfrm>
            <a:off x="7020017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</a:p>
        </p:txBody>
      </p:sp>
      <p:sp>
        <p:nvSpPr>
          <p:cNvPr id="47" name="文字方塊 46"/>
          <p:cNvSpPr txBox="1"/>
          <p:nvPr/>
        </p:nvSpPr>
        <p:spPr>
          <a:xfrm>
            <a:off x="4716001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2493021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</a:rPr>
              <a:t>a1</a:t>
            </a:r>
            <a:r>
              <a:rPr lang="en-US" altLang="zh-TW" sz="1500" dirty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size 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7" name="內容版面配置區 6"/>
          <p:cNvSpPr>
            <a:spLocks noGrp="1"/>
          </p:cNvSpPr>
          <p:nvPr>
            <p:ph idx="13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8" name="內容版面配置區 7"/>
          <p:cNvSpPr>
            <a:spLocks noGrp="1"/>
          </p:cNvSpPr>
          <p:nvPr>
            <p:ph idx="14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0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2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" name="內容版面配置區 8"/>
          <p:cNvSpPr>
            <a:spLocks noGrp="1"/>
          </p:cNvSpPr>
          <p:nvPr>
            <p:ph idx="15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</a:rPr>
              <a:t>a2</a:t>
            </a:r>
            <a:r>
              <a:rPr lang="en-US" altLang="zh-TW" sz="1500" dirty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size 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3563993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9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007166"/>
              </p:ext>
            </p:extLst>
          </p:nvPr>
        </p:nvGraphicFramePr>
        <p:xfrm>
          <a:off x="4283998" y="1124984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2555986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1835981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2699987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1835981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32" name="Text Box 11"/>
          <p:cNvSpPr txBox="1">
            <a:spLocks noChangeArrowheads="1"/>
          </p:cNvSpPr>
          <p:nvPr/>
        </p:nvSpPr>
        <p:spPr bwMode="auto">
          <a:xfrm>
            <a:off x="7308019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35" name="Text Box 11"/>
          <p:cNvSpPr txBox="1">
            <a:spLocks noChangeArrowheads="1"/>
          </p:cNvSpPr>
          <p:nvPr/>
        </p:nvSpPr>
        <p:spPr bwMode="auto">
          <a:xfrm>
            <a:off x="6588014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36" name="Text Box 11"/>
          <p:cNvSpPr txBox="1">
            <a:spLocks noChangeArrowheads="1"/>
          </p:cNvSpPr>
          <p:nvPr/>
        </p:nvSpPr>
        <p:spPr bwMode="auto">
          <a:xfrm>
            <a:off x="7452020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37" name="Text Box 11"/>
          <p:cNvSpPr txBox="1">
            <a:spLocks noChangeArrowheads="1"/>
          </p:cNvSpPr>
          <p:nvPr/>
        </p:nvSpPr>
        <p:spPr bwMode="auto">
          <a:xfrm>
            <a:off x="6588014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10" name="內容版面配置區 9"/>
          <p:cNvSpPr>
            <a:spLocks noGrp="1"/>
          </p:cNvSpPr>
          <p:nvPr>
            <p:ph idx="10"/>
          </p:nvPr>
        </p:nvSpPr>
        <p:spPr>
          <a:xfrm>
            <a:off x="251970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11" name="內容版面配置區 10"/>
          <p:cNvSpPr>
            <a:spLocks noGrp="1"/>
          </p:cNvSpPr>
          <p:nvPr>
            <p:ph idx="12"/>
          </p:nvPr>
        </p:nvSpPr>
        <p:spPr>
          <a:xfrm>
            <a:off x="5004003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45" name="Text Box 11"/>
          <p:cNvSpPr txBox="1">
            <a:spLocks noChangeArrowheads="1"/>
          </p:cNvSpPr>
          <p:nvPr/>
        </p:nvSpPr>
        <p:spPr bwMode="auto">
          <a:xfrm>
            <a:off x="2267983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</a:p>
        </p:txBody>
      </p:sp>
      <p:sp>
        <p:nvSpPr>
          <p:cNvPr id="46" name="Text Box 11"/>
          <p:cNvSpPr txBox="1">
            <a:spLocks noChangeArrowheads="1"/>
          </p:cNvSpPr>
          <p:nvPr/>
        </p:nvSpPr>
        <p:spPr bwMode="auto">
          <a:xfrm>
            <a:off x="7020017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</a:p>
        </p:txBody>
      </p:sp>
      <p:sp>
        <p:nvSpPr>
          <p:cNvPr id="47" name="文字方塊 46"/>
          <p:cNvSpPr txBox="1"/>
          <p:nvPr/>
        </p:nvSpPr>
        <p:spPr>
          <a:xfrm>
            <a:off x="4716001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2487201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</a:rPr>
              <a:t>a1</a:t>
            </a:r>
            <a:r>
              <a:rPr lang="en-US" altLang="zh-TW" sz="1500" dirty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size 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7" name="內容版面配置區 6"/>
          <p:cNvSpPr>
            <a:spLocks noGrp="1"/>
          </p:cNvSpPr>
          <p:nvPr>
            <p:ph idx="13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8" name="內容版面配置區 7"/>
          <p:cNvSpPr>
            <a:spLocks noGrp="1"/>
          </p:cNvSpPr>
          <p:nvPr>
            <p:ph idx="14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0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2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" name="內容版面配置區 8"/>
          <p:cNvSpPr>
            <a:spLocks noGrp="1"/>
          </p:cNvSpPr>
          <p:nvPr>
            <p:ph idx="15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</a:rPr>
              <a:t>a2</a:t>
            </a:r>
            <a:r>
              <a:rPr lang="en-US" altLang="zh-TW" sz="1500" dirty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size 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3563993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9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007166"/>
              </p:ext>
            </p:extLst>
          </p:nvPr>
        </p:nvGraphicFramePr>
        <p:xfrm>
          <a:off x="4283998" y="1124984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2555986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2843988" y="2852996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3419992" y="2852996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1835981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2699987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1835981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32" name="Text Box 11"/>
          <p:cNvSpPr txBox="1">
            <a:spLocks noChangeArrowheads="1"/>
          </p:cNvSpPr>
          <p:nvPr/>
        </p:nvSpPr>
        <p:spPr bwMode="auto">
          <a:xfrm>
            <a:off x="7308019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33" name="Text Box 11"/>
          <p:cNvSpPr txBox="1">
            <a:spLocks noChangeArrowheads="1"/>
          </p:cNvSpPr>
          <p:nvPr/>
        </p:nvSpPr>
        <p:spPr bwMode="auto">
          <a:xfrm>
            <a:off x="7884023" y="2708995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</a:p>
        </p:txBody>
      </p:sp>
      <p:sp>
        <p:nvSpPr>
          <p:cNvPr id="34" name="Text Box 11"/>
          <p:cNvSpPr txBox="1">
            <a:spLocks noChangeArrowheads="1"/>
          </p:cNvSpPr>
          <p:nvPr/>
        </p:nvSpPr>
        <p:spPr bwMode="auto">
          <a:xfrm>
            <a:off x="7308019" y="270899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35" name="Text Box 11"/>
          <p:cNvSpPr txBox="1">
            <a:spLocks noChangeArrowheads="1"/>
          </p:cNvSpPr>
          <p:nvPr/>
        </p:nvSpPr>
        <p:spPr bwMode="auto">
          <a:xfrm>
            <a:off x="6588014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36" name="Text Box 11"/>
          <p:cNvSpPr txBox="1">
            <a:spLocks noChangeArrowheads="1"/>
          </p:cNvSpPr>
          <p:nvPr/>
        </p:nvSpPr>
        <p:spPr bwMode="auto">
          <a:xfrm>
            <a:off x="7452020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37" name="Text Box 11"/>
          <p:cNvSpPr txBox="1">
            <a:spLocks noChangeArrowheads="1"/>
          </p:cNvSpPr>
          <p:nvPr/>
        </p:nvSpPr>
        <p:spPr bwMode="auto">
          <a:xfrm>
            <a:off x="6588014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10" name="內容版面配置區 9"/>
          <p:cNvSpPr>
            <a:spLocks noGrp="1"/>
          </p:cNvSpPr>
          <p:nvPr>
            <p:ph idx="10"/>
          </p:nvPr>
        </p:nvSpPr>
        <p:spPr>
          <a:xfrm>
            <a:off x="251970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11" name="內容版面配置區 10"/>
          <p:cNvSpPr>
            <a:spLocks noGrp="1"/>
          </p:cNvSpPr>
          <p:nvPr>
            <p:ph idx="12"/>
          </p:nvPr>
        </p:nvSpPr>
        <p:spPr>
          <a:xfrm>
            <a:off x="5004003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45" name="Text Box 11"/>
          <p:cNvSpPr txBox="1">
            <a:spLocks noChangeArrowheads="1"/>
          </p:cNvSpPr>
          <p:nvPr/>
        </p:nvSpPr>
        <p:spPr bwMode="auto">
          <a:xfrm>
            <a:off x="2267983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</a:p>
        </p:txBody>
      </p:sp>
      <p:sp>
        <p:nvSpPr>
          <p:cNvPr id="46" name="Text Box 11"/>
          <p:cNvSpPr txBox="1">
            <a:spLocks noChangeArrowheads="1"/>
          </p:cNvSpPr>
          <p:nvPr/>
        </p:nvSpPr>
        <p:spPr bwMode="auto">
          <a:xfrm>
            <a:off x="7020017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</a:p>
        </p:txBody>
      </p:sp>
      <p:sp>
        <p:nvSpPr>
          <p:cNvPr id="47" name="文字方塊 46"/>
          <p:cNvSpPr txBox="1"/>
          <p:nvPr/>
        </p:nvSpPr>
        <p:spPr>
          <a:xfrm>
            <a:off x="4716001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0474982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</a:rPr>
              <a:t>a1</a:t>
            </a:r>
            <a:r>
              <a:rPr lang="en-US" altLang="zh-TW" sz="1500" dirty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size 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7" name="內容版面配置區 6"/>
          <p:cNvSpPr>
            <a:spLocks noGrp="1"/>
          </p:cNvSpPr>
          <p:nvPr>
            <p:ph idx="13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8" name="內容版面配置區 7"/>
          <p:cNvSpPr>
            <a:spLocks noGrp="1"/>
          </p:cNvSpPr>
          <p:nvPr>
            <p:ph idx="14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0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2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" name="內容版面配置區 8"/>
          <p:cNvSpPr>
            <a:spLocks noGrp="1"/>
          </p:cNvSpPr>
          <p:nvPr>
            <p:ph idx="15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</a:rPr>
              <a:t>a2</a:t>
            </a:r>
            <a:r>
              <a:rPr lang="en-US" altLang="zh-TW" sz="1500" dirty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size 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3563993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9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007166"/>
              </p:ext>
            </p:extLst>
          </p:nvPr>
        </p:nvGraphicFramePr>
        <p:xfrm>
          <a:off x="4283998" y="1124984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2555986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2843988" y="2852996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3419992" y="2852996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1835981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2699987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1835981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28" name="Text Box 11"/>
          <p:cNvSpPr txBox="1">
            <a:spLocks noChangeArrowheads="1"/>
          </p:cNvSpPr>
          <p:nvPr/>
        </p:nvSpPr>
        <p:spPr bwMode="auto">
          <a:xfrm>
            <a:off x="2699987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1835981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</a:p>
        </p:txBody>
      </p:sp>
      <p:sp>
        <p:nvSpPr>
          <p:cNvPr id="32" name="Text Box 11"/>
          <p:cNvSpPr txBox="1">
            <a:spLocks noChangeArrowheads="1"/>
          </p:cNvSpPr>
          <p:nvPr/>
        </p:nvSpPr>
        <p:spPr bwMode="auto">
          <a:xfrm>
            <a:off x="7308019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33" name="Text Box 11"/>
          <p:cNvSpPr txBox="1">
            <a:spLocks noChangeArrowheads="1"/>
          </p:cNvSpPr>
          <p:nvPr/>
        </p:nvSpPr>
        <p:spPr bwMode="auto">
          <a:xfrm>
            <a:off x="7884023" y="2708995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</a:p>
        </p:txBody>
      </p:sp>
      <p:sp>
        <p:nvSpPr>
          <p:cNvPr id="34" name="Text Box 11"/>
          <p:cNvSpPr txBox="1">
            <a:spLocks noChangeArrowheads="1"/>
          </p:cNvSpPr>
          <p:nvPr/>
        </p:nvSpPr>
        <p:spPr bwMode="auto">
          <a:xfrm>
            <a:off x="7308019" y="270899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35" name="Text Box 11"/>
          <p:cNvSpPr txBox="1">
            <a:spLocks noChangeArrowheads="1"/>
          </p:cNvSpPr>
          <p:nvPr/>
        </p:nvSpPr>
        <p:spPr bwMode="auto">
          <a:xfrm>
            <a:off x="6588014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36" name="Text Box 11"/>
          <p:cNvSpPr txBox="1">
            <a:spLocks noChangeArrowheads="1"/>
          </p:cNvSpPr>
          <p:nvPr/>
        </p:nvSpPr>
        <p:spPr bwMode="auto">
          <a:xfrm>
            <a:off x="7452020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37" name="Text Box 11"/>
          <p:cNvSpPr txBox="1">
            <a:spLocks noChangeArrowheads="1"/>
          </p:cNvSpPr>
          <p:nvPr/>
        </p:nvSpPr>
        <p:spPr bwMode="auto">
          <a:xfrm>
            <a:off x="6588014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40" name="Text Box 11"/>
          <p:cNvSpPr txBox="1">
            <a:spLocks noChangeArrowheads="1"/>
          </p:cNvSpPr>
          <p:nvPr/>
        </p:nvSpPr>
        <p:spPr bwMode="auto">
          <a:xfrm>
            <a:off x="7452020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</a:p>
        </p:txBody>
      </p:sp>
      <p:sp>
        <p:nvSpPr>
          <p:cNvPr id="41" name="Text Box 11"/>
          <p:cNvSpPr txBox="1">
            <a:spLocks noChangeArrowheads="1"/>
          </p:cNvSpPr>
          <p:nvPr/>
        </p:nvSpPr>
        <p:spPr bwMode="auto">
          <a:xfrm>
            <a:off x="6588014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10" name="內容版面配置區 9"/>
          <p:cNvSpPr>
            <a:spLocks noGrp="1"/>
          </p:cNvSpPr>
          <p:nvPr>
            <p:ph idx="10"/>
          </p:nvPr>
        </p:nvSpPr>
        <p:spPr>
          <a:xfrm>
            <a:off x="251970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11" name="內容版面配置區 10"/>
          <p:cNvSpPr>
            <a:spLocks noGrp="1"/>
          </p:cNvSpPr>
          <p:nvPr>
            <p:ph idx="12"/>
          </p:nvPr>
        </p:nvSpPr>
        <p:spPr>
          <a:xfrm>
            <a:off x="5004003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45" name="Text Box 11"/>
          <p:cNvSpPr txBox="1">
            <a:spLocks noChangeArrowheads="1"/>
          </p:cNvSpPr>
          <p:nvPr/>
        </p:nvSpPr>
        <p:spPr bwMode="auto">
          <a:xfrm>
            <a:off x="2267983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</a:p>
        </p:txBody>
      </p:sp>
      <p:sp>
        <p:nvSpPr>
          <p:cNvPr id="46" name="Text Box 11"/>
          <p:cNvSpPr txBox="1">
            <a:spLocks noChangeArrowheads="1"/>
          </p:cNvSpPr>
          <p:nvPr/>
        </p:nvSpPr>
        <p:spPr bwMode="auto">
          <a:xfrm>
            <a:off x="7020017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</a:p>
        </p:txBody>
      </p:sp>
      <p:sp>
        <p:nvSpPr>
          <p:cNvPr id="47" name="文字方塊 46"/>
          <p:cNvSpPr txBox="1"/>
          <p:nvPr/>
        </p:nvSpPr>
        <p:spPr>
          <a:xfrm>
            <a:off x="4716001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8669782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</a:rPr>
              <a:t>a1</a:t>
            </a:r>
            <a:r>
              <a:rPr lang="en-US" altLang="zh-TW" sz="1500" dirty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size 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7" name="內容版面配置區 6"/>
          <p:cNvSpPr>
            <a:spLocks noGrp="1"/>
          </p:cNvSpPr>
          <p:nvPr>
            <p:ph idx="13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8" name="內容版面配置區 7"/>
          <p:cNvSpPr>
            <a:spLocks noGrp="1"/>
          </p:cNvSpPr>
          <p:nvPr>
            <p:ph idx="14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0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2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" name="內容版面配置區 8"/>
          <p:cNvSpPr>
            <a:spLocks noGrp="1"/>
          </p:cNvSpPr>
          <p:nvPr>
            <p:ph idx="15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</a:rPr>
              <a:t>a2</a:t>
            </a:r>
            <a:r>
              <a:rPr lang="en-US" altLang="zh-TW" sz="1500" dirty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size 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3563993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96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007166"/>
              </p:ext>
            </p:extLst>
          </p:nvPr>
        </p:nvGraphicFramePr>
        <p:xfrm>
          <a:off x="4283998" y="1124984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2555986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2843988" y="2852996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3419992" y="2852996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1835981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2699987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1835981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28" name="Text Box 11"/>
          <p:cNvSpPr txBox="1">
            <a:spLocks noChangeArrowheads="1"/>
          </p:cNvSpPr>
          <p:nvPr/>
        </p:nvSpPr>
        <p:spPr bwMode="auto">
          <a:xfrm>
            <a:off x="2699987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1835981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</a:p>
        </p:txBody>
      </p:sp>
      <p:sp>
        <p:nvSpPr>
          <p:cNvPr id="32" name="Text Box 11"/>
          <p:cNvSpPr txBox="1">
            <a:spLocks noChangeArrowheads="1"/>
          </p:cNvSpPr>
          <p:nvPr/>
        </p:nvSpPr>
        <p:spPr bwMode="auto">
          <a:xfrm>
            <a:off x="7308019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33" name="Text Box 11"/>
          <p:cNvSpPr txBox="1">
            <a:spLocks noChangeArrowheads="1"/>
          </p:cNvSpPr>
          <p:nvPr/>
        </p:nvSpPr>
        <p:spPr bwMode="auto">
          <a:xfrm>
            <a:off x="7884023" y="2708995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</a:p>
        </p:txBody>
      </p:sp>
      <p:sp>
        <p:nvSpPr>
          <p:cNvPr id="34" name="Text Box 11"/>
          <p:cNvSpPr txBox="1">
            <a:spLocks noChangeArrowheads="1"/>
          </p:cNvSpPr>
          <p:nvPr/>
        </p:nvSpPr>
        <p:spPr bwMode="auto">
          <a:xfrm>
            <a:off x="7308019" y="270899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35" name="Text Box 11"/>
          <p:cNvSpPr txBox="1">
            <a:spLocks noChangeArrowheads="1"/>
          </p:cNvSpPr>
          <p:nvPr/>
        </p:nvSpPr>
        <p:spPr bwMode="auto">
          <a:xfrm>
            <a:off x="6588014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36" name="Text Box 11"/>
          <p:cNvSpPr txBox="1">
            <a:spLocks noChangeArrowheads="1"/>
          </p:cNvSpPr>
          <p:nvPr/>
        </p:nvSpPr>
        <p:spPr bwMode="auto">
          <a:xfrm>
            <a:off x="7452020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37" name="Text Box 11"/>
          <p:cNvSpPr txBox="1">
            <a:spLocks noChangeArrowheads="1"/>
          </p:cNvSpPr>
          <p:nvPr/>
        </p:nvSpPr>
        <p:spPr bwMode="auto">
          <a:xfrm>
            <a:off x="6588014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40" name="Text Box 11"/>
          <p:cNvSpPr txBox="1">
            <a:spLocks noChangeArrowheads="1"/>
          </p:cNvSpPr>
          <p:nvPr/>
        </p:nvSpPr>
        <p:spPr bwMode="auto">
          <a:xfrm>
            <a:off x="7452020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</a:p>
        </p:txBody>
      </p:sp>
      <p:sp>
        <p:nvSpPr>
          <p:cNvPr id="41" name="Text Box 11"/>
          <p:cNvSpPr txBox="1">
            <a:spLocks noChangeArrowheads="1"/>
          </p:cNvSpPr>
          <p:nvPr/>
        </p:nvSpPr>
        <p:spPr bwMode="auto">
          <a:xfrm>
            <a:off x="6588014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10" name="內容版面配置區 9"/>
          <p:cNvSpPr>
            <a:spLocks noGrp="1"/>
          </p:cNvSpPr>
          <p:nvPr>
            <p:ph idx="10"/>
          </p:nvPr>
        </p:nvSpPr>
        <p:spPr>
          <a:xfrm>
            <a:off x="251970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11" name="內容版面配置區 10"/>
          <p:cNvSpPr>
            <a:spLocks noGrp="1"/>
          </p:cNvSpPr>
          <p:nvPr>
            <p:ph idx="12"/>
          </p:nvPr>
        </p:nvSpPr>
        <p:spPr>
          <a:xfrm>
            <a:off x="5004003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45" name="Text Box 11"/>
          <p:cNvSpPr txBox="1">
            <a:spLocks noChangeArrowheads="1"/>
          </p:cNvSpPr>
          <p:nvPr/>
        </p:nvSpPr>
        <p:spPr bwMode="auto">
          <a:xfrm>
            <a:off x="2267983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</a:p>
        </p:txBody>
      </p:sp>
      <p:sp>
        <p:nvSpPr>
          <p:cNvPr id="46" name="Text Box 11"/>
          <p:cNvSpPr txBox="1">
            <a:spLocks noChangeArrowheads="1"/>
          </p:cNvSpPr>
          <p:nvPr/>
        </p:nvSpPr>
        <p:spPr bwMode="auto">
          <a:xfrm>
            <a:off x="7020017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</a:p>
        </p:txBody>
      </p:sp>
      <p:sp>
        <p:nvSpPr>
          <p:cNvPr id="47" name="文字方塊 46"/>
          <p:cNvSpPr txBox="1"/>
          <p:nvPr/>
        </p:nvSpPr>
        <p:spPr>
          <a:xfrm>
            <a:off x="4716001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4437323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</a:rPr>
              <a:t>a1</a:t>
            </a:r>
            <a:r>
              <a:rPr lang="en-US" altLang="zh-TW" sz="1500" dirty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size 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7" name="內容版面配置區 6"/>
          <p:cNvSpPr>
            <a:spLocks noGrp="1"/>
          </p:cNvSpPr>
          <p:nvPr>
            <p:ph idx="13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8" name="內容版面配置區 7"/>
          <p:cNvSpPr>
            <a:spLocks noGrp="1"/>
          </p:cNvSpPr>
          <p:nvPr>
            <p:ph idx="14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0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2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" name="內容版面配置區 8"/>
          <p:cNvSpPr>
            <a:spLocks noGrp="1"/>
          </p:cNvSpPr>
          <p:nvPr>
            <p:ph idx="15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</a:rPr>
              <a:t>a2</a:t>
            </a:r>
            <a:r>
              <a:rPr lang="en-US" altLang="zh-TW" sz="1500" dirty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size 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3563993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96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007166"/>
              </p:ext>
            </p:extLst>
          </p:nvPr>
        </p:nvGraphicFramePr>
        <p:xfrm>
          <a:off x="4283998" y="1124984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2555986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2843988" y="2852996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3419992" y="2852996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1835981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2699987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1835981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2843988" y="4581008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27" name="Text Box 11"/>
          <p:cNvSpPr txBox="1">
            <a:spLocks noChangeArrowheads="1"/>
          </p:cNvSpPr>
          <p:nvPr/>
        </p:nvSpPr>
        <p:spPr bwMode="auto">
          <a:xfrm>
            <a:off x="3419992" y="458100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28" name="Text Box 11"/>
          <p:cNvSpPr txBox="1">
            <a:spLocks noChangeArrowheads="1"/>
          </p:cNvSpPr>
          <p:nvPr/>
        </p:nvSpPr>
        <p:spPr bwMode="auto">
          <a:xfrm>
            <a:off x="2699987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1835981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</a:p>
        </p:txBody>
      </p:sp>
      <p:sp>
        <p:nvSpPr>
          <p:cNvPr id="32" name="Text Box 11"/>
          <p:cNvSpPr txBox="1">
            <a:spLocks noChangeArrowheads="1"/>
          </p:cNvSpPr>
          <p:nvPr/>
        </p:nvSpPr>
        <p:spPr bwMode="auto">
          <a:xfrm>
            <a:off x="7308019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33" name="Text Box 11"/>
          <p:cNvSpPr txBox="1">
            <a:spLocks noChangeArrowheads="1"/>
          </p:cNvSpPr>
          <p:nvPr/>
        </p:nvSpPr>
        <p:spPr bwMode="auto">
          <a:xfrm>
            <a:off x="7884023" y="2708995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</a:p>
        </p:txBody>
      </p:sp>
      <p:sp>
        <p:nvSpPr>
          <p:cNvPr id="34" name="Text Box 11"/>
          <p:cNvSpPr txBox="1">
            <a:spLocks noChangeArrowheads="1"/>
          </p:cNvSpPr>
          <p:nvPr/>
        </p:nvSpPr>
        <p:spPr bwMode="auto">
          <a:xfrm>
            <a:off x="7308019" y="270899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35" name="Text Box 11"/>
          <p:cNvSpPr txBox="1">
            <a:spLocks noChangeArrowheads="1"/>
          </p:cNvSpPr>
          <p:nvPr/>
        </p:nvSpPr>
        <p:spPr bwMode="auto">
          <a:xfrm>
            <a:off x="6588014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36" name="Text Box 11"/>
          <p:cNvSpPr txBox="1">
            <a:spLocks noChangeArrowheads="1"/>
          </p:cNvSpPr>
          <p:nvPr/>
        </p:nvSpPr>
        <p:spPr bwMode="auto">
          <a:xfrm>
            <a:off x="7452020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37" name="Text Box 11"/>
          <p:cNvSpPr txBox="1">
            <a:spLocks noChangeArrowheads="1"/>
          </p:cNvSpPr>
          <p:nvPr/>
        </p:nvSpPr>
        <p:spPr bwMode="auto">
          <a:xfrm>
            <a:off x="6588014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38" name="Text Box 11"/>
          <p:cNvSpPr txBox="1">
            <a:spLocks noChangeArrowheads="1"/>
          </p:cNvSpPr>
          <p:nvPr/>
        </p:nvSpPr>
        <p:spPr bwMode="auto">
          <a:xfrm>
            <a:off x="7884023" y="4437007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39" name="Text Box 11"/>
          <p:cNvSpPr txBox="1">
            <a:spLocks noChangeArrowheads="1"/>
          </p:cNvSpPr>
          <p:nvPr/>
        </p:nvSpPr>
        <p:spPr bwMode="auto">
          <a:xfrm>
            <a:off x="7308019" y="4437007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40" name="Text Box 11"/>
          <p:cNvSpPr txBox="1">
            <a:spLocks noChangeArrowheads="1"/>
          </p:cNvSpPr>
          <p:nvPr/>
        </p:nvSpPr>
        <p:spPr bwMode="auto">
          <a:xfrm>
            <a:off x="7452020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</a:p>
        </p:txBody>
      </p:sp>
      <p:sp>
        <p:nvSpPr>
          <p:cNvPr id="41" name="Text Box 11"/>
          <p:cNvSpPr txBox="1">
            <a:spLocks noChangeArrowheads="1"/>
          </p:cNvSpPr>
          <p:nvPr/>
        </p:nvSpPr>
        <p:spPr bwMode="auto">
          <a:xfrm>
            <a:off x="6588014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10" name="內容版面配置區 9"/>
          <p:cNvSpPr>
            <a:spLocks noGrp="1"/>
          </p:cNvSpPr>
          <p:nvPr>
            <p:ph idx="10"/>
          </p:nvPr>
        </p:nvSpPr>
        <p:spPr>
          <a:xfrm>
            <a:off x="251970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11" name="內容版面配置區 10"/>
          <p:cNvSpPr>
            <a:spLocks noGrp="1"/>
          </p:cNvSpPr>
          <p:nvPr>
            <p:ph idx="12"/>
          </p:nvPr>
        </p:nvSpPr>
        <p:spPr>
          <a:xfrm>
            <a:off x="5004003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45" name="Text Box 11"/>
          <p:cNvSpPr txBox="1">
            <a:spLocks noChangeArrowheads="1"/>
          </p:cNvSpPr>
          <p:nvPr/>
        </p:nvSpPr>
        <p:spPr bwMode="auto">
          <a:xfrm>
            <a:off x="2267983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</a:p>
        </p:txBody>
      </p:sp>
      <p:sp>
        <p:nvSpPr>
          <p:cNvPr id="46" name="Text Box 11"/>
          <p:cNvSpPr txBox="1">
            <a:spLocks noChangeArrowheads="1"/>
          </p:cNvSpPr>
          <p:nvPr/>
        </p:nvSpPr>
        <p:spPr bwMode="auto">
          <a:xfrm>
            <a:off x="7020017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</a:p>
        </p:txBody>
      </p:sp>
      <p:sp>
        <p:nvSpPr>
          <p:cNvPr id="47" name="文字方塊 46"/>
          <p:cNvSpPr txBox="1"/>
          <p:nvPr/>
        </p:nvSpPr>
        <p:spPr>
          <a:xfrm>
            <a:off x="4716001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0408673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</a:rPr>
              <a:t>a1</a:t>
            </a:r>
            <a:r>
              <a:rPr lang="en-US" altLang="zh-TW" sz="1500" dirty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size 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7" name="內容版面配置區 6"/>
          <p:cNvSpPr>
            <a:spLocks noGrp="1"/>
          </p:cNvSpPr>
          <p:nvPr>
            <p:ph idx="13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8" name="內容版面配置區 7"/>
          <p:cNvSpPr>
            <a:spLocks noGrp="1"/>
          </p:cNvSpPr>
          <p:nvPr>
            <p:ph idx="14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0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2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" name="內容版面配置區 8"/>
          <p:cNvSpPr>
            <a:spLocks noGrp="1"/>
          </p:cNvSpPr>
          <p:nvPr>
            <p:ph idx="15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</a:rPr>
              <a:t>a2</a:t>
            </a:r>
            <a:r>
              <a:rPr lang="en-US" altLang="zh-TW" sz="1500" dirty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size 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3563993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96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007166"/>
              </p:ext>
            </p:extLst>
          </p:nvPr>
        </p:nvGraphicFramePr>
        <p:xfrm>
          <a:off x="4283998" y="1124984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2555986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2843988" y="2852996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3419992" y="2852996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1835981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2699987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1835981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2843988" y="4581008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27" name="Text Box 11"/>
          <p:cNvSpPr txBox="1">
            <a:spLocks noChangeArrowheads="1"/>
          </p:cNvSpPr>
          <p:nvPr/>
        </p:nvSpPr>
        <p:spPr bwMode="auto">
          <a:xfrm>
            <a:off x="3419992" y="458100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28" name="Text Box 11"/>
          <p:cNvSpPr txBox="1">
            <a:spLocks noChangeArrowheads="1"/>
          </p:cNvSpPr>
          <p:nvPr/>
        </p:nvSpPr>
        <p:spPr bwMode="auto">
          <a:xfrm>
            <a:off x="2699987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1835981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</a:p>
        </p:txBody>
      </p:sp>
      <p:sp>
        <p:nvSpPr>
          <p:cNvPr id="30" name="Text Box 11"/>
          <p:cNvSpPr txBox="1">
            <a:spLocks noChangeArrowheads="1"/>
          </p:cNvSpPr>
          <p:nvPr/>
        </p:nvSpPr>
        <p:spPr bwMode="auto">
          <a:xfrm>
            <a:off x="2699987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31" name="Text Box 11"/>
          <p:cNvSpPr txBox="1">
            <a:spLocks noChangeArrowheads="1"/>
          </p:cNvSpPr>
          <p:nvPr/>
        </p:nvSpPr>
        <p:spPr bwMode="auto">
          <a:xfrm>
            <a:off x="1835981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32" name="Text Box 11"/>
          <p:cNvSpPr txBox="1">
            <a:spLocks noChangeArrowheads="1"/>
          </p:cNvSpPr>
          <p:nvPr/>
        </p:nvSpPr>
        <p:spPr bwMode="auto">
          <a:xfrm>
            <a:off x="7308019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33" name="Text Box 11"/>
          <p:cNvSpPr txBox="1">
            <a:spLocks noChangeArrowheads="1"/>
          </p:cNvSpPr>
          <p:nvPr/>
        </p:nvSpPr>
        <p:spPr bwMode="auto">
          <a:xfrm>
            <a:off x="7884023" y="2708995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</a:p>
        </p:txBody>
      </p:sp>
      <p:sp>
        <p:nvSpPr>
          <p:cNvPr id="34" name="Text Box 11"/>
          <p:cNvSpPr txBox="1">
            <a:spLocks noChangeArrowheads="1"/>
          </p:cNvSpPr>
          <p:nvPr/>
        </p:nvSpPr>
        <p:spPr bwMode="auto">
          <a:xfrm>
            <a:off x="7308019" y="270899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35" name="Text Box 11"/>
          <p:cNvSpPr txBox="1">
            <a:spLocks noChangeArrowheads="1"/>
          </p:cNvSpPr>
          <p:nvPr/>
        </p:nvSpPr>
        <p:spPr bwMode="auto">
          <a:xfrm>
            <a:off x="6588014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36" name="Text Box 11"/>
          <p:cNvSpPr txBox="1">
            <a:spLocks noChangeArrowheads="1"/>
          </p:cNvSpPr>
          <p:nvPr/>
        </p:nvSpPr>
        <p:spPr bwMode="auto">
          <a:xfrm>
            <a:off x="7452020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37" name="Text Box 11"/>
          <p:cNvSpPr txBox="1">
            <a:spLocks noChangeArrowheads="1"/>
          </p:cNvSpPr>
          <p:nvPr/>
        </p:nvSpPr>
        <p:spPr bwMode="auto">
          <a:xfrm>
            <a:off x="6588014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38" name="Text Box 11"/>
          <p:cNvSpPr txBox="1">
            <a:spLocks noChangeArrowheads="1"/>
          </p:cNvSpPr>
          <p:nvPr/>
        </p:nvSpPr>
        <p:spPr bwMode="auto">
          <a:xfrm>
            <a:off x="7884023" y="4437007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39" name="Text Box 11"/>
          <p:cNvSpPr txBox="1">
            <a:spLocks noChangeArrowheads="1"/>
          </p:cNvSpPr>
          <p:nvPr/>
        </p:nvSpPr>
        <p:spPr bwMode="auto">
          <a:xfrm>
            <a:off x="7308019" y="4437007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40" name="Text Box 11"/>
          <p:cNvSpPr txBox="1">
            <a:spLocks noChangeArrowheads="1"/>
          </p:cNvSpPr>
          <p:nvPr/>
        </p:nvSpPr>
        <p:spPr bwMode="auto">
          <a:xfrm>
            <a:off x="7452020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</a:p>
        </p:txBody>
      </p:sp>
      <p:sp>
        <p:nvSpPr>
          <p:cNvPr id="41" name="Text Box 11"/>
          <p:cNvSpPr txBox="1">
            <a:spLocks noChangeArrowheads="1"/>
          </p:cNvSpPr>
          <p:nvPr/>
        </p:nvSpPr>
        <p:spPr bwMode="auto">
          <a:xfrm>
            <a:off x="6588014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42" name="Text Box 11"/>
          <p:cNvSpPr txBox="1">
            <a:spLocks noChangeArrowheads="1"/>
          </p:cNvSpPr>
          <p:nvPr/>
        </p:nvSpPr>
        <p:spPr bwMode="auto">
          <a:xfrm>
            <a:off x="7452020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43" name="Text Box 11"/>
          <p:cNvSpPr txBox="1">
            <a:spLocks noChangeArrowheads="1"/>
          </p:cNvSpPr>
          <p:nvPr/>
        </p:nvSpPr>
        <p:spPr bwMode="auto">
          <a:xfrm>
            <a:off x="6588014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10" name="內容版面配置區 9"/>
          <p:cNvSpPr>
            <a:spLocks noGrp="1"/>
          </p:cNvSpPr>
          <p:nvPr>
            <p:ph idx="10"/>
          </p:nvPr>
        </p:nvSpPr>
        <p:spPr>
          <a:xfrm>
            <a:off x="251970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11" name="內容版面配置區 10"/>
          <p:cNvSpPr>
            <a:spLocks noGrp="1"/>
          </p:cNvSpPr>
          <p:nvPr>
            <p:ph idx="12"/>
          </p:nvPr>
        </p:nvSpPr>
        <p:spPr>
          <a:xfrm>
            <a:off x="5004003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45" name="Text Box 11"/>
          <p:cNvSpPr txBox="1">
            <a:spLocks noChangeArrowheads="1"/>
          </p:cNvSpPr>
          <p:nvPr/>
        </p:nvSpPr>
        <p:spPr bwMode="auto">
          <a:xfrm>
            <a:off x="2267983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</a:p>
        </p:txBody>
      </p:sp>
      <p:sp>
        <p:nvSpPr>
          <p:cNvPr id="46" name="Text Box 11"/>
          <p:cNvSpPr txBox="1">
            <a:spLocks noChangeArrowheads="1"/>
          </p:cNvSpPr>
          <p:nvPr/>
        </p:nvSpPr>
        <p:spPr bwMode="auto">
          <a:xfrm>
            <a:off x="7020017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</a:p>
        </p:txBody>
      </p:sp>
      <p:sp>
        <p:nvSpPr>
          <p:cNvPr id="47" name="文字方塊 46"/>
          <p:cNvSpPr txBox="1"/>
          <p:nvPr/>
        </p:nvSpPr>
        <p:spPr>
          <a:xfrm>
            <a:off x="4716001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3680082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</a:rPr>
              <a:t>a1</a:t>
            </a:r>
            <a:r>
              <a:rPr lang="en-US" altLang="zh-TW" sz="1500" dirty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size 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7" name="內容版面配置區 6"/>
          <p:cNvSpPr>
            <a:spLocks noGrp="1"/>
          </p:cNvSpPr>
          <p:nvPr>
            <p:ph idx="13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8" name="內容版面配置區 7"/>
          <p:cNvSpPr>
            <a:spLocks noGrp="1"/>
          </p:cNvSpPr>
          <p:nvPr>
            <p:ph idx="14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0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2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" name="內容版面配置區 8"/>
          <p:cNvSpPr>
            <a:spLocks noGrp="1"/>
          </p:cNvSpPr>
          <p:nvPr>
            <p:ph idx="15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</a:rPr>
              <a:t>a2</a:t>
            </a:r>
            <a:r>
              <a:rPr lang="en-US" altLang="zh-TW" sz="1500" dirty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size 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3563993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967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007166"/>
              </p:ext>
            </p:extLst>
          </p:nvPr>
        </p:nvGraphicFramePr>
        <p:xfrm>
          <a:off x="4283998" y="1124984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2555986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2843988" y="2852996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3419992" y="2852996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1835981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2699987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1835981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2843988" y="4581008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27" name="Text Box 11"/>
          <p:cNvSpPr txBox="1">
            <a:spLocks noChangeArrowheads="1"/>
          </p:cNvSpPr>
          <p:nvPr/>
        </p:nvSpPr>
        <p:spPr bwMode="auto">
          <a:xfrm>
            <a:off x="3419992" y="458100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28" name="Text Box 11"/>
          <p:cNvSpPr txBox="1">
            <a:spLocks noChangeArrowheads="1"/>
          </p:cNvSpPr>
          <p:nvPr/>
        </p:nvSpPr>
        <p:spPr bwMode="auto">
          <a:xfrm>
            <a:off x="2699987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1835981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</a:p>
        </p:txBody>
      </p:sp>
      <p:sp>
        <p:nvSpPr>
          <p:cNvPr id="30" name="Text Box 11"/>
          <p:cNvSpPr txBox="1">
            <a:spLocks noChangeArrowheads="1"/>
          </p:cNvSpPr>
          <p:nvPr/>
        </p:nvSpPr>
        <p:spPr bwMode="auto">
          <a:xfrm>
            <a:off x="2699987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31" name="Text Box 11"/>
          <p:cNvSpPr txBox="1">
            <a:spLocks noChangeArrowheads="1"/>
          </p:cNvSpPr>
          <p:nvPr/>
        </p:nvSpPr>
        <p:spPr bwMode="auto">
          <a:xfrm>
            <a:off x="1835981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32" name="Text Box 11"/>
          <p:cNvSpPr txBox="1">
            <a:spLocks noChangeArrowheads="1"/>
          </p:cNvSpPr>
          <p:nvPr/>
        </p:nvSpPr>
        <p:spPr bwMode="auto">
          <a:xfrm>
            <a:off x="7308019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33" name="Text Box 11"/>
          <p:cNvSpPr txBox="1">
            <a:spLocks noChangeArrowheads="1"/>
          </p:cNvSpPr>
          <p:nvPr/>
        </p:nvSpPr>
        <p:spPr bwMode="auto">
          <a:xfrm>
            <a:off x="7884023" y="2708995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</a:p>
        </p:txBody>
      </p:sp>
      <p:sp>
        <p:nvSpPr>
          <p:cNvPr id="34" name="Text Box 11"/>
          <p:cNvSpPr txBox="1">
            <a:spLocks noChangeArrowheads="1"/>
          </p:cNvSpPr>
          <p:nvPr/>
        </p:nvSpPr>
        <p:spPr bwMode="auto">
          <a:xfrm>
            <a:off x="7308019" y="270899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35" name="Text Box 11"/>
          <p:cNvSpPr txBox="1">
            <a:spLocks noChangeArrowheads="1"/>
          </p:cNvSpPr>
          <p:nvPr/>
        </p:nvSpPr>
        <p:spPr bwMode="auto">
          <a:xfrm>
            <a:off x="6588014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36" name="Text Box 11"/>
          <p:cNvSpPr txBox="1">
            <a:spLocks noChangeArrowheads="1"/>
          </p:cNvSpPr>
          <p:nvPr/>
        </p:nvSpPr>
        <p:spPr bwMode="auto">
          <a:xfrm>
            <a:off x="7452020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37" name="Text Box 11"/>
          <p:cNvSpPr txBox="1">
            <a:spLocks noChangeArrowheads="1"/>
          </p:cNvSpPr>
          <p:nvPr/>
        </p:nvSpPr>
        <p:spPr bwMode="auto">
          <a:xfrm>
            <a:off x="6588014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38" name="Text Box 11"/>
          <p:cNvSpPr txBox="1">
            <a:spLocks noChangeArrowheads="1"/>
          </p:cNvSpPr>
          <p:nvPr/>
        </p:nvSpPr>
        <p:spPr bwMode="auto">
          <a:xfrm>
            <a:off x="7884023" y="4437007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39" name="Text Box 11"/>
          <p:cNvSpPr txBox="1">
            <a:spLocks noChangeArrowheads="1"/>
          </p:cNvSpPr>
          <p:nvPr/>
        </p:nvSpPr>
        <p:spPr bwMode="auto">
          <a:xfrm>
            <a:off x="7308019" y="4437007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40" name="Text Box 11"/>
          <p:cNvSpPr txBox="1">
            <a:spLocks noChangeArrowheads="1"/>
          </p:cNvSpPr>
          <p:nvPr/>
        </p:nvSpPr>
        <p:spPr bwMode="auto">
          <a:xfrm>
            <a:off x="7452020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</a:p>
        </p:txBody>
      </p:sp>
      <p:sp>
        <p:nvSpPr>
          <p:cNvPr id="41" name="Text Box 11"/>
          <p:cNvSpPr txBox="1">
            <a:spLocks noChangeArrowheads="1"/>
          </p:cNvSpPr>
          <p:nvPr/>
        </p:nvSpPr>
        <p:spPr bwMode="auto">
          <a:xfrm>
            <a:off x="6588014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42" name="Text Box 11"/>
          <p:cNvSpPr txBox="1">
            <a:spLocks noChangeArrowheads="1"/>
          </p:cNvSpPr>
          <p:nvPr/>
        </p:nvSpPr>
        <p:spPr bwMode="auto">
          <a:xfrm>
            <a:off x="7452020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43" name="Text Box 11"/>
          <p:cNvSpPr txBox="1">
            <a:spLocks noChangeArrowheads="1"/>
          </p:cNvSpPr>
          <p:nvPr/>
        </p:nvSpPr>
        <p:spPr bwMode="auto">
          <a:xfrm>
            <a:off x="6588014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10" name="內容版面配置區 9"/>
          <p:cNvSpPr>
            <a:spLocks noGrp="1"/>
          </p:cNvSpPr>
          <p:nvPr>
            <p:ph idx="10"/>
          </p:nvPr>
        </p:nvSpPr>
        <p:spPr>
          <a:xfrm>
            <a:off x="251970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11" name="內容版面配置區 10"/>
          <p:cNvSpPr>
            <a:spLocks noGrp="1"/>
          </p:cNvSpPr>
          <p:nvPr>
            <p:ph idx="12"/>
          </p:nvPr>
        </p:nvSpPr>
        <p:spPr>
          <a:xfrm>
            <a:off x="5004003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45" name="Text Box 11"/>
          <p:cNvSpPr txBox="1">
            <a:spLocks noChangeArrowheads="1"/>
          </p:cNvSpPr>
          <p:nvPr/>
        </p:nvSpPr>
        <p:spPr bwMode="auto">
          <a:xfrm>
            <a:off x="2267983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</a:p>
        </p:txBody>
      </p:sp>
      <p:sp>
        <p:nvSpPr>
          <p:cNvPr id="46" name="Text Box 11"/>
          <p:cNvSpPr txBox="1">
            <a:spLocks noChangeArrowheads="1"/>
          </p:cNvSpPr>
          <p:nvPr/>
        </p:nvSpPr>
        <p:spPr bwMode="auto">
          <a:xfrm>
            <a:off x="7020017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</a:p>
        </p:txBody>
      </p:sp>
      <p:sp>
        <p:nvSpPr>
          <p:cNvPr id="47" name="文字方塊 46"/>
          <p:cNvSpPr txBox="1"/>
          <p:nvPr/>
        </p:nvSpPr>
        <p:spPr>
          <a:xfrm>
            <a:off x="4716001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9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146737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</a:rPr>
              <a:t>a1</a:t>
            </a:r>
            <a:r>
              <a:rPr lang="en-US" altLang="zh-TW" sz="1500" dirty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size 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7" name="內容版面配置區 6"/>
          <p:cNvSpPr>
            <a:spLocks noGrp="1"/>
          </p:cNvSpPr>
          <p:nvPr>
            <p:ph idx="13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8" name="內容版面配置區 7"/>
          <p:cNvSpPr>
            <a:spLocks noGrp="1"/>
          </p:cNvSpPr>
          <p:nvPr>
            <p:ph idx="14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0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2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" name="內容版面配置區 8"/>
          <p:cNvSpPr>
            <a:spLocks noGrp="1"/>
          </p:cNvSpPr>
          <p:nvPr>
            <p:ph idx="15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</a:rPr>
              <a:t>a2</a:t>
            </a:r>
            <a:r>
              <a:rPr lang="en-US" altLang="zh-TW" sz="1500" dirty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size 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3563993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967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007166"/>
              </p:ext>
            </p:extLst>
          </p:nvPr>
        </p:nvGraphicFramePr>
        <p:xfrm>
          <a:off x="4283998" y="1124984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2555986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2843988" y="2852996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3419992" y="2852996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1835981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2699987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1835981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2843988" y="4581008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27" name="Text Box 11"/>
          <p:cNvSpPr txBox="1">
            <a:spLocks noChangeArrowheads="1"/>
          </p:cNvSpPr>
          <p:nvPr/>
        </p:nvSpPr>
        <p:spPr bwMode="auto">
          <a:xfrm>
            <a:off x="3419992" y="458100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28" name="Text Box 11"/>
          <p:cNvSpPr txBox="1">
            <a:spLocks noChangeArrowheads="1"/>
          </p:cNvSpPr>
          <p:nvPr/>
        </p:nvSpPr>
        <p:spPr bwMode="auto">
          <a:xfrm>
            <a:off x="2699987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1835981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</a:p>
        </p:txBody>
      </p:sp>
      <p:sp>
        <p:nvSpPr>
          <p:cNvPr id="30" name="Text Box 11"/>
          <p:cNvSpPr txBox="1">
            <a:spLocks noChangeArrowheads="1"/>
          </p:cNvSpPr>
          <p:nvPr/>
        </p:nvSpPr>
        <p:spPr bwMode="auto">
          <a:xfrm>
            <a:off x="2699987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31" name="Text Box 11"/>
          <p:cNvSpPr txBox="1">
            <a:spLocks noChangeArrowheads="1"/>
          </p:cNvSpPr>
          <p:nvPr/>
        </p:nvSpPr>
        <p:spPr bwMode="auto">
          <a:xfrm>
            <a:off x="1835981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32" name="Text Box 11"/>
          <p:cNvSpPr txBox="1">
            <a:spLocks noChangeArrowheads="1"/>
          </p:cNvSpPr>
          <p:nvPr/>
        </p:nvSpPr>
        <p:spPr bwMode="auto">
          <a:xfrm>
            <a:off x="7308019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33" name="Text Box 11"/>
          <p:cNvSpPr txBox="1">
            <a:spLocks noChangeArrowheads="1"/>
          </p:cNvSpPr>
          <p:nvPr/>
        </p:nvSpPr>
        <p:spPr bwMode="auto">
          <a:xfrm>
            <a:off x="7884023" y="2708995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</a:p>
        </p:txBody>
      </p:sp>
      <p:sp>
        <p:nvSpPr>
          <p:cNvPr id="34" name="Text Box 11"/>
          <p:cNvSpPr txBox="1">
            <a:spLocks noChangeArrowheads="1"/>
          </p:cNvSpPr>
          <p:nvPr/>
        </p:nvSpPr>
        <p:spPr bwMode="auto">
          <a:xfrm>
            <a:off x="7308019" y="270899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35" name="Text Box 11"/>
          <p:cNvSpPr txBox="1">
            <a:spLocks noChangeArrowheads="1"/>
          </p:cNvSpPr>
          <p:nvPr/>
        </p:nvSpPr>
        <p:spPr bwMode="auto">
          <a:xfrm>
            <a:off x="6588014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36" name="Text Box 11"/>
          <p:cNvSpPr txBox="1">
            <a:spLocks noChangeArrowheads="1"/>
          </p:cNvSpPr>
          <p:nvPr/>
        </p:nvSpPr>
        <p:spPr bwMode="auto">
          <a:xfrm>
            <a:off x="7452020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37" name="Text Box 11"/>
          <p:cNvSpPr txBox="1">
            <a:spLocks noChangeArrowheads="1"/>
          </p:cNvSpPr>
          <p:nvPr/>
        </p:nvSpPr>
        <p:spPr bwMode="auto">
          <a:xfrm>
            <a:off x="6588014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38" name="Text Box 11"/>
          <p:cNvSpPr txBox="1">
            <a:spLocks noChangeArrowheads="1"/>
          </p:cNvSpPr>
          <p:nvPr/>
        </p:nvSpPr>
        <p:spPr bwMode="auto">
          <a:xfrm>
            <a:off x="7884023" y="4437007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39" name="Text Box 11"/>
          <p:cNvSpPr txBox="1">
            <a:spLocks noChangeArrowheads="1"/>
          </p:cNvSpPr>
          <p:nvPr/>
        </p:nvSpPr>
        <p:spPr bwMode="auto">
          <a:xfrm>
            <a:off x="7308019" y="4437007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40" name="Text Box 11"/>
          <p:cNvSpPr txBox="1">
            <a:spLocks noChangeArrowheads="1"/>
          </p:cNvSpPr>
          <p:nvPr/>
        </p:nvSpPr>
        <p:spPr bwMode="auto">
          <a:xfrm>
            <a:off x="7452020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</a:p>
        </p:txBody>
      </p:sp>
      <p:sp>
        <p:nvSpPr>
          <p:cNvPr id="41" name="Text Box 11"/>
          <p:cNvSpPr txBox="1">
            <a:spLocks noChangeArrowheads="1"/>
          </p:cNvSpPr>
          <p:nvPr/>
        </p:nvSpPr>
        <p:spPr bwMode="auto">
          <a:xfrm>
            <a:off x="6588014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42" name="Text Box 11"/>
          <p:cNvSpPr txBox="1">
            <a:spLocks noChangeArrowheads="1"/>
          </p:cNvSpPr>
          <p:nvPr/>
        </p:nvSpPr>
        <p:spPr bwMode="auto">
          <a:xfrm>
            <a:off x="7452020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43" name="Text Box 11"/>
          <p:cNvSpPr txBox="1">
            <a:spLocks noChangeArrowheads="1"/>
          </p:cNvSpPr>
          <p:nvPr/>
        </p:nvSpPr>
        <p:spPr bwMode="auto">
          <a:xfrm>
            <a:off x="6588014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10" name="內容版面配置區 9"/>
          <p:cNvSpPr>
            <a:spLocks noGrp="1"/>
          </p:cNvSpPr>
          <p:nvPr>
            <p:ph idx="10"/>
          </p:nvPr>
        </p:nvSpPr>
        <p:spPr>
          <a:xfrm>
            <a:off x="251970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11" name="內容版面配置區 10"/>
          <p:cNvSpPr>
            <a:spLocks noGrp="1"/>
          </p:cNvSpPr>
          <p:nvPr>
            <p:ph idx="12"/>
          </p:nvPr>
        </p:nvSpPr>
        <p:spPr>
          <a:xfrm>
            <a:off x="5004003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45" name="Text Box 11"/>
          <p:cNvSpPr txBox="1">
            <a:spLocks noChangeArrowheads="1"/>
          </p:cNvSpPr>
          <p:nvPr/>
        </p:nvSpPr>
        <p:spPr bwMode="auto">
          <a:xfrm>
            <a:off x="2267983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</a:p>
        </p:txBody>
      </p:sp>
      <p:sp>
        <p:nvSpPr>
          <p:cNvPr id="46" name="Text Box 11"/>
          <p:cNvSpPr txBox="1">
            <a:spLocks noChangeArrowheads="1"/>
          </p:cNvSpPr>
          <p:nvPr/>
        </p:nvSpPr>
        <p:spPr bwMode="auto">
          <a:xfrm>
            <a:off x="7020017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</a:p>
        </p:txBody>
      </p:sp>
      <p:sp>
        <p:nvSpPr>
          <p:cNvPr id="47" name="文字方塊 46"/>
          <p:cNvSpPr txBox="1"/>
          <p:nvPr/>
        </p:nvSpPr>
        <p:spPr>
          <a:xfrm>
            <a:off x="4716001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96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2061009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</a:rPr>
              <a:t>a1</a:t>
            </a:r>
            <a:r>
              <a:rPr lang="en-US" altLang="zh-TW" sz="1500" dirty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size 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7" name="內容版面配置區 6"/>
          <p:cNvSpPr>
            <a:spLocks noGrp="1"/>
          </p:cNvSpPr>
          <p:nvPr>
            <p:ph idx="13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8" name="內容版面配置區 7"/>
          <p:cNvSpPr>
            <a:spLocks noGrp="1"/>
          </p:cNvSpPr>
          <p:nvPr>
            <p:ph idx="14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0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2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" name="內容版面配置區 8"/>
          <p:cNvSpPr>
            <a:spLocks noGrp="1"/>
          </p:cNvSpPr>
          <p:nvPr>
            <p:ph idx="15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</a:rPr>
              <a:t>a2</a:t>
            </a:r>
            <a:r>
              <a:rPr lang="en-US" altLang="zh-TW" sz="1500" dirty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size 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3563993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967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007166"/>
              </p:ext>
            </p:extLst>
          </p:nvPr>
        </p:nvGraphicFramePr>
        <p:xfrm>
          <a:off x="4283998" y="1124984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2555986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2843988" y="2852996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3419992" y="2852996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1835981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2699987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1835981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2843988" y="4581008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27" name="Text Box 11"/>
          <p:cNvSpPr txBox="1">
            <a:spLocks noChangeArrowheads="1"/>
          </p:cNvSpPr>
          <p:nvPr/>
        </p:nvSpPr>
        <p:spPr bwMode="auto">
          <a:xfrm>
            <a:off x="3419992" y="458100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28" name="Text Box 11"/>
          <p:cNvSpPr txBox="1">
            <a:spLocks noChangeArrowheads="1"/>
          </p:cNvSpPr>
          <p:nvPr/>
        </p:nvSpPr>
        <p:spPr bwMode="auto">
          <a:xfrm>
            <a:off x="2699987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1835981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</a:p>
        </p:txBody>
      </p:sp>
      <p:sp>
        <p:nvSpPr>
          <p:cNvPr id="30" name="Text Box 11"/>
          <p:cNvSpPr txBox="1">
            <a:spLocks noChangeArrowheads="1"/>
          </p:cNvSpPr>
          <p:nvPr/>
        </p:nvSpPr>
        <p:spPr bwMode="auto">
          <a:xfrm>
            <a:off x="2699987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31" name="Text Box 11"/>
          <p:cNvSpPr txBox="1">
            <a:spLocks noChangeArrowheads="1"/>
          </p:cNvSpPr>
          <p:nvPr/>
        </p:nvSpPr>
        <p:spPr bwMode="auto">
          <a:xfrm>
            <a:off x="1835981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32" name="Text Box 11"/>
          <p:cNvSpPr txBox="1">
            <a:spLocks noChangeArrowheads="1"/>
          </p:cNvSpPr>
          <p:nvPr/>
        </p:nvSpPr>
        <p:spPr bwMode="auto">
          <a:xfrm>
            <a:off x="7308019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33" name="Text Box 11"/>
          <p:cNvSpPr txBox="1">
            <a:spLocks noChangeArrowheads="1"/>
          </p:cNvSpPr>
          <p:nvPr/>
        </p:nvSpPr>
        <p:spPr bwMode="auto">
          <a:xfrm>
            <a:off x="7884023" y="2708995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</a:p>
        </p:txBody>
      </p:sp>
      <p:sp>
        <p:nvSpPr>
          <p:cNvPr id="34" name="Text Box 11"/>
          <p:cNvSpPr txBox="1">
            <a:spLocks noChangeArrowheads="1"/>
          </p:cNvSpPr>
          <p:nvPr/>
        </p:nvSpPr>
        <p:spPr bwMode="auto">
          <a:xfrm>
            <a:off x="7308019" y="270899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35" name="Text Box 11"/>
          <p:cNvSpPr txBox="1">
            <a:spLocks noChangeArrowheads="1"/>
          </p:cNvSpPr>
          <p:nvPr/>
        </p:nvSpPr>
        <p:spPr bwMode="auto">
          <a:xfrm>
            <a:off x="6588014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36" name="Text Box 11"/>
          <p:cNvSpPr txBox="1">
            <a:spLocks noChangeArrowheads="1"/>
          </p:cNvSpPr>
          <p:nvPr/>
        </p:nvSpPr>
        <p:spPr bwMode="auto">
          <a:xfrm>
            <a:off x="7452020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37" name="Text Box 11"/>
          <p:cNvSpPr txBox="1">
            <a:spLocks noChangeArrowheads="1"/>
          </p:cNvSpPr>
          <p:nvPr/>
        </p:nvSpPr>
        <p:spPr bwMode="auto">
          <a:xfrm>
            <a:off x="6588014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38" name="Text Box 11"/>
          <p:cNvSpPr txBox="1">
            <a:spLocks noChangeArrowheads="1"/>
          </p:cNvSpPr>
          <p:nvPr/>
        </p:nvSpPr>
        <p:spPr bwMode="auto">
          <a:xfrm>
            <a:off x="7884023" y="4437007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39" name="Text Box 11"/>
          <p:cNvSpPr txBox="1">
            <a:spLocks noChangeArrowheads="1"/>
          </p:cNvSpPr>
          <p:nvPr/>
        </p:nvSpPr>
        <p:spPr bwMode="auto">
          <a:xfrm>
            <a:off x="7308019" y="4437007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40" name="Text Box 11"/>
          <p:cNvSpPr txBox="1">
            <a:spLocks noChangeArrowheads="1"/>
          </p:cNvSpPr>
          <p:nvPr/>
        </p:nvSpPr>
        <p:spPr bwMode="auto">
          <a:xfrm>
            <a:off x="7452020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</a:p>
        </p:txBody>
      </p:sp>
      <p:sp>
        <p:nvSpPr>
          <p:cNvPr id="41" name="Text Box 11"/>
          <p:cNvSpPr txBox="1">
            <a:spLocks noChangeArrowheads="1"/>
          </p:cNvSpPr>
          <p:nvPr/>
        </p:nvSpPr>
        <p:spPr bwMode="auto">
          <a:xfrm>
            <a:off x="6588014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42" name="Text Box 11"/>
          <p:cNvSpPr txBox="1">
            <a:spLocks noChangeArrowheads="1"/>
          </p:cNvSpPr>
          <p:nvPr/>
        </p:nvSpPr>
        <p:spPr bwMode="auto">
          <a:xfrm>
            <a:off x="7452020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43" name="Text Box 11"/>
          <p:cNvSpPr txBox="1">
            <a:spLocks noChangeArrowheads="1"/>
          </p:cNvSpPr>
          <p:nvPr/>
        </p:nvSpPr>
        <p:spPr bwMode="auto">
          <a:xfrm>
            <a:off x="6588014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10" name="內容版面配置區 9"/>
          <p:cNvSpPr>
            <a:spLocks noGrp="1"/>
          </p:cNvSpPr>
          <p:nvPr>
            <p:ph idx="10"/>
          </p:nvPr>
        </p:nvSpPr>
        <p:spPr>
          <a:xfrm>
            <a:off x="251970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11" name="內容版面配置區 10"/>
          <p:cNvSpPr>
            <a:spLocks noGrp="1"/>
          </p:cNvSpPr>
          <p:nvPr>
            <p:ph idx="12"/>
          </p:nvPr>
        </p:nvSpPr>
        <p:spPr>
          <a:xfrm>
            <a:off x="5004003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45" name="Text Box 11"/>
          <p:cNvSpPr txBox="1">
            <a:spLocks noChangeArrowheads="1"/>
          </p:cNvSpPr>
          <p:nvPr/>
        </p:nvSpPr>
        <p:spPr bwMode="auto">
          <a:xfrm>
            <a:off x="2267983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</a:p>
        </p:txBody>
      </p:sp>
      <p:sp>
        <p:nvSpPr>
          <p:cNvPr id="46" name="Text Box 11"/>
          <p:cNvSpPr txBox="1">
            <a:spLocks noChangeArrowheads="1"/>
          </p:cNvSpPr>
          <p:nvPr/>
        </p:nvSpPr>
        <p:spPr bwMode="auto">
          <a:xfrm>
            <a:off x="7020017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</a:p>
        </p:txBody>
      </p:sp>
      <p:sp>
        <p:nvSpPr>
          <p:cNvPr id="47" name="文字方塊 46"/>
          <p:cNvSpPr txBox="1"/>
          <p:nvPr/>
        </p:nvSpPr>
        <p:spPr>
          <a:xfrm>
            <a:off x="4716001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967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7491820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356785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</a:rPr>
              <a:t>a1</a:t>
            </a:r>
            <a:r>
              <a:rPr lang="en-US" altLang="zh-TW" sz="1500" dirty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size 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3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idx="14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7" name="內容版面配置區 6"/>
          <p:cNvSpPr>
            <a:spLocks noGrp="1"/>
          </p:cNvSpPr>
          <p:nvPr>
            <p:ph idx="10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8" name="內容版面配置區 7"/>
          <p:cNvSpPr>
            <a:spLocks noGrp="1"/>
          </p:cNvSpPr>
          <p:nvPr>
            <p:ph idx="12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" name="內容版面配置區 8"/>
          <p:cNvSpPr>
            <a:spLocks noGrp="1"/>
          </p:cNvSpPr>
          <p:nvPr>
            <p:ph idx="15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</a:rPr>
              <a:t>a1</a:t>
            </a:r>
            <a:r>
              <a:rPr lang="en-US" altLang="zh-TW" sz="1500" dirty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size 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88264"/>
              </p:ext>
            </p:extLst>
          </p:nvPr>
        </p:nvGraphicFramePr>
        <p:xfrm>
          <a:off x="4283998" y="1124984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2555986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1835981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7308019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28" name="Text Box 11"/>
          <p:cNvSpPr txBox="1">
            <a:spLocks noChangeArrowheads="1"/>
          </p:cNvSpPr>
          <p:nvPr/>
        </p:nvSpPr>
        <p:spPr bwMode="auto">
          <a:xfrm>
            <a:off x="6588014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11" name="內容版面配置區 10"/>
          <p:cNvSpPr>
            <a:spLocks noGrp="1"/>
          </p:cNvSpPr>
          <p:nvPr>
            <p:ph idx="10"/>
          </p:nvPr>
        </p:nvSpPr>
        <p:spPr>
          <a:xfrm>
            <a:off x="251970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37" name="內容版面配置區 36"/>
          <p:cNvSpPr>
            <a:spLocks noGrp="1"/>
          </p:cNvSpPr>
          <p:nvPr>
            <p:ph idx="12"/>
          </p:nvPr>
        </p:nvSpPr>
        <p:spPr>
          <a:xfrm>
            <a:off x="5004003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8" name="Text Box 11"/>
          <p:cNvSpPr txBox="1">
            <a:spLocks noChangeArrowheads="1"/>
          </p:cNvSpPr>
          <p:nvPr/>
        </p:nvSpPr>
        <p:spPr bwMode="auto">
          <a:xfrm>
            <a:off x="2267983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</a:p>
        </p:txBody>
      </p:sp>
      <p:sp>
        <p:nvSpPr>
          <p:cNvPr id="39" name="Text Box 11"/>
          <p:cNvSpPr txBox="1">
            <a:spLocks noChangeArrowheads="1"/>
          </p:cNvSpPr>
          <p:nvPr/>
        </p:nvSpPr>
        <p:spPr bwMode="auto">
          <a:xfrm>
            <a:off x="7020017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</a:p>
        </p:txBody>
      </p:sp>
      <p:sp>
        <p:nvSpPr>
          <p:cNvPr id="40" name="文字方塊 39"/>
          <p:cNvSpPr txBox="1"/>
          <p:nvPr/>
        </p:nvSpPr>
        <p:spPr>
          <a:xfrm>
            <a:off x="3563993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4716001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4933130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</a:rPr>
              <a:t>a1</a:t>
            </a:r>
            <a:r>
              <a:rPr lang="en-US" altLang="zh-TW" sz="1500" dirty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size 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3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idx="14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7" name="內容版面配置區 6"/>
          <p:cNvSpPr>
            <a:spLocks noGrp="1"/>
          </p:cNvSpPr>
          <p:nvPr>
            <p:ph idx="10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8" name="內容版面配置區 7"/>
          <p:cNvSpPr>
            <a:spLocks noGrp="1"/>
          </p:cNvSpPr>
          <p:nvPr>
            <p:ph idx="12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" name="內容版面配置區 8"/>
          <p:cNvSpPr>
            <a:spLocks noGrp="1"/>
          </p:cNvSpPr>
          <p:nvPr>
            <p:ph idx="15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</a:rPr>
              <a:t>a1</a:t>
            </a:r>
            <a:r>
              <a:rPr lang="en-US" altLang="zh-TW" sz="1500" dirty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size 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88264"/>
              </p:ext>
            </p:extLst>
          </p:nvPr>
        </p:nvGraphicFramePr>
        <p:xfrm>
          <a:off x="4283998" y="1124984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2555986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1835981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17" name="Text Box 11"/>
          <p:cNvSpPr txBox="1">
            <a:spLocks noChangeArrowheads="1"/>
          </p:cNvSpPr>
          <p:nvPr/>
        </p:nvSpPr>
        <p:spPr bwMode="auto">
          <a:xfrm>
            <a:off x="2699987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1835981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7308019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28" name="Text Box 11"/>
          <p:cNvSpPr txBox="1">
            <a:spLocks noChangeArrowheads="1"/>
          </p:cNvSpPr>
          <p:nvPr/>
        </p:nvSpPr>
        <p:spPr bwMode="auto">
          <a:xfrm>
            <a:off x="6588014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7452020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30" name="Text Box 11"/>
          <p:cNvSpPr txBox="1">
            <a:spLocks noChangeArrowheads="1"/>
          </p:cNvSpPr>
          <p:nvPr/>
        </p:nvSpPr>
        <p:spPr bwMode="auto">
          <a:xfrm>
            <a:off x="6588014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11" name="內容版面配置區 10"/>
          <p:cNvSpPr>
            <a:spLocks noGrp="1"/>
          </p:cNvSpPr>
          <p:nvPr>
            <p:ph idx="10"/>
          </p:nvPr>
        </p:nvSpPr>
        <p:spPr>
          <a:xfrm>
            <a:off x="251970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37" name="內容版面配置區 36"/>
          <p:cNvSpPr>
            <a:spLocks noGrp="1"/>
          </p:cNvSpPr>
          <p:nvPr>
            <p:ph idx="12"/>
          </p:nvPr>
        </p:nvSpPr>
        <p:spPr>
          <a:xfrm>
            <a:off x="5004003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8" name="Text Box 11"/>
          <p:cNvSpPr txBox="1">
            <a:spLocks noChangeArrowheads="1"/>
          </p:cNvSpPr>
          <p:nvPr/>
        </p:nvSpPr>
        <p:spPr bwMode="auto">
          <a:xfrm>
            <a:off x="2267983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</a:p>
        </p:txBody>
      </p:sp>
      <p:sp>
        <p:nvSpPr>
          <p:cNvPr id="39" name="Text Box 11"/>
          <p:cNvSpPr txBox="1">
            <a:spLocks noChangeArrowheads="1"/>
          </p:cNvSpPr>
          <p:nvPr/>
        </p:nvSpPr>
        <p:spPr bwMode="auto">
          <a:xfrm>
            <a:off x="7020017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</a:p>
        </p:txBody>
      </p:sp>
      <p:sp>
        <p:nvSpPr>
          <p:cNvPr id="40" name="文字方塊 39"/>
          <p:cNvSpPr txBox="1"/>
          <p:nvPr/>
        </p:nvSpPr>
        <p:spPr>
          <a:xfrm>
            <a:off x="3563993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4716001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7286910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</a:rPr>
              <a:t>a1</a:t>
            </a:r>
            <a:r>
              <a:rPr lang="en-US" altLang="zh-TW" sz="1500" dirty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size 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3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idx="14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7" name="內容版面配置區 6"/>
          <p:cNvSpPr>
            <a:spLocks noGrp="1"/>
          </p:cNvSpPr>
          <p:nvPr>
            <p:ph idx="10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8" name="內容版面配置區 7"/>
          <p:cNvSpPr>
            <a:spLocks noGrp="1"/>
          </p:cNvSpPr>
          <p:nvPr>
            <p:ph idx="12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" name="內容版面配置區 8"/>
          <p:cNvSpPr>
            <a:spLocks noGrp="1"/>
          </p:cNvSpPr>
          <p:nvPr>
            <p:ph idx="15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</a:rPr>
              <a:t>a1</a:t>
            </a:r>
            <a:r>
              <a:rPr lang="en-US" altLang="zh-TW" sz="1500" dirty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size 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88264"/>
              </p:ext>
            </p:extLst>
          </p:nvPr>
        </p:nvGraphicFramePr>
        <p:xfrm>
          <a:off x="4283998" y="1124984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2555986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1835981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17" name="Text Box 11"/>
          <p:cNvSpPr txBox="1">
            <a:spLocks noChangeArrowheads="1"/>
          </p:cNvSpPr>
          <p:nvPr/>
        </p:nvSpPr>
        <p:spPr bwMode="auto">
          <a:xfrm>
            <a:off x="2699987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1835981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7308019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28" name="Text Box 11"/>
          <p:cNvSpPr txBox="1">
            <a:spLocks noChangeArrowheads="1"/>
          </p:cNvSpPr>
          <p:nvPr/>
        </p:nvSpPr>
        <p:spPr bwMode="auto">
          <a:xfrm>
            <a:off x="6588014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7452020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30" name="Text Box 11"/>
          <p:cNvSpPr txBox="1">
            <a:spLocks noChangeArrowheads="1"/>
          </p:cNvSpPr>
          <p:nvPr/>
        </p:nvSpPr>
        <p:spPr bwMode="auto">
          <a:xfrm>
            <a:off x="6588014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11" name="內容版面配置區 10"/>
          <p:cNvSpPr>
            <a:spLocks noGrp="1"/>
          </p:cNvSpPr>
          <p:nvPr>
            <p:ph idx="10"/>
          </p:nvPr>
        </p:nvSpPr>
        <p:spPr>
          <a:xfrm>
            <a:off x="251970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37" name="內容版面配置區 36"/>
          <p:cNvSpPr>
            <a:spLocks noGrp="1"/>
          </p:cNvSpPr>
          <p:nvPr>
            <p:ph idx="12"/>
          </p:nvPr>
        </p:nvSpPr>
        <p:spPr>
          <a:xfrm>
            <a:off x="5004003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8" name="Text Box 11"/>
          <p:cNvSpPr txBox="1">
            <a:spLocks noChangeArrowheads="1"/>
          </p:cNvSpPr>
          <p:nvPr/>
        </p:nvSpPr>
        <p:spPr bwMode="auto">
          <a:xfrm>
            <a:off x="2267983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</a:p>
        </p:txBody>
      </p:sp>
      <p:sp>
        <p:nvSpPr>
          <p:cNvPr id="39" name="Text Box 11"/>
          <p:cNvSpPr txBox="1">
            <a:spLocks noChangeArrowheads="1"/>
          </p:cNvSpPr>
          <p:nvPr/>
        </p:nvSpPr>
        <p:spPr bwMode="auto">
          <a:xfrm>
            <a:off x="7020017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</a:p>
        </p:txBody>
      </p:sp>
      <p:sp>
        <p:nvSpPr>
          <p:cNvPr id="40" name="文字方塊 39"/>
          <p:cNvSpPr txBox="1"/>
          <p:nvPr/>
        </p:nvSpPr>
        <p:spPr>
          <a:xfrm>
            <a:off x="3563993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7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4716001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7658314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</a:rPr>
              <a:t>a1</a:t>
            </a:r>
            <a:r>
              <a:rPr lang="en-US" altLang="zh-TW" sz="1500" dirty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size 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3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idx="14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7" name="內容版面配置區 6"/>
          <p:cNvSpPr>
            <a:spLocks noGrp="1"/>
          </p:cNvSpPr>
          <p:nvPr>
            <p:ph idx="10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8" name="內容版面配置區 7"/>
          <p:cNvSpPr>
            <a:spLocks noGrp="1"/>
          </p:cNvSpPr>
          <p:nvPr>
            <p:ph idx="12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" name="內容版面配置區 8"/>
          <p:cNvSpPr>
            <a:spLocks noGrp="1"/>
          </p:cNvSpPr>
          <p:nvPr>
            <p:ph idx="15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</a:rPr>
              <a:t>a1</a:t>
            </a:r>
            <a:r>
              <a:rPr lang="en-US" altLang="zh-TW" sz="1500" dirty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size 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88264"/>
              </p:ext>
            </p:extLst>
          </p:nvPr>
        </p:nvGraphicFramePr>
        <p:xfrm>
          <a:off x="4283998" y="1124984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2555986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3131990" y="2852996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2555986" y="2852996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1835981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17" name="Text Box 11"/>
          <p:cNvSpPr txBox="1">
            <a:spLocks noChangeArrowheads="1"/>
          </p:cNvSpPr>
          <p:nvPr/>
        </p:nvSpPr>
        <p:spPr bwMode="auto">
          <a:xfrm>
            <a:off x="2699987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1835981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7308019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7596021" y="2708995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</a:p>
        </p:txBody>
      </p:sp>
      <p:sp>
        <p:nvSpPr>
          <p:cNvPr id="27" name="Text Box 11"/>
          <p:cNvSpPr txBox="1">
            <a:spLocks noChangeArrowheads="1"/>
          </p:cNvSpPr>
          <p:nvPr/>
        </p:nvSpPr>
        <p:spPr bwMode="auto">
          <a:xfrm>
            <a:off x="8172025" y="270899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28" name="Text Box 11"/>
          <p:cNvSpPr txBox="1">
            <a:spLocks noChangeArrowheads="1"/>
          </p:cNvSpPr>
          <p:nvPr/>
        </p:nvSpPr>
        <p:spPr bwMode="auto">
          <a:xfrm>
            <a:off x="6588014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7452020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30" name="Text Box 11"/>
          <p:cNvSpPr txBox="1">
            <a:spLocks noChangeArrowheads="1"/>
          </p:cNvSpPr>
          <p:nvPr/>
        </p:nvSpPr>
        <p:spPr bwMode="auto">
          <a:xfrm>
            <a:off x="6588014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11" name="內容版面配置區 10"/>
          <p:cNvSpPr>
            <a:spLocks noGrp="1"/>
          </p:cNvSpPr>
          <p:nvPr>
            <p:ph idx="10"/>
          </p:nvPr>
        </p:nvSpPr>
        <p:spPr>
          <a:xfrm>
            <a:off x="251970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37" name="內容版面配置區 36"/>
          <p:cNvSpPr>
            <a:spLocks noGrp="1"/>
          </p:cNvSpPr>
          <p:nvPr>
            <p:ph idx="12"/>
          </p:nvPr>
        </p:nvSpPr>
        <p:spPr>
          <a:xfrm>
            <a:off x="5004003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8" name="Text Box 11"/>
          <p:cNvSpPr txBox="1">
            <a:spLocks noChangeArrowheads="1"/>
          </p:cNvSpPr>
          <p:nvPr/>
        </p:nvSpPr>
        <p:spPr bwMode="auto">
          <a:xfrm>
            <a:off x="2267983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</a:p>
        </p:txBody>
      </p:sp>
      <p:sp>
        <p:nvSpPr>
          <p:cNvPr id="39" name="Text Box 11"/>
          <p:cNvSpPr txBox="1">
            <a:spLocks noChangeArrowheads="1"/>
          </p:cNvSpPr>
          <p:nvPr/>
        </p:nvSpPr>
        <p:spPr bwMode="auto">
          <a:xfrm>
            <a:off x="7020017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</a:p>
        </p:txBody>
      </p:sp>
      <p:sp>
        <p:nvSpPr>
          <p:cNvPr id="40" name="文字方塊 39"/>
          <p:cNvSpPr txBox="1"/>
          <p:nvPr/>
        </p:nvSpPr>
        <p:spPr>
          <a:xfrm>
            <a:off x="3563993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7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4716001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8789339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</a:rPr>
              <a:t>a1</a:t>
            </a:r>
            <a:r>
              <a:rPr lang="en-US" altLang="zh-TW" sz="1500" dirty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size 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3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idx="14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7" name="內容版面配置區 6"/>
          <p:cNvSpPr>
            <a:spLocks noGrp="1"/>
          </p:cNvSpPr>
          <p:nvPr>
            <p:ph idx="10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8" name="內容版面配置區 7"/>
          <p:cNvSpPr>
            <a:spLocks noGrp="1"/>
          </p:cNvSpPr>
          <p:nvPr>
            <p:ph idx="12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" name="內容版面配置區 8"/>
          <p:cNvSpPr>
            <a:spLocks noGrp="1"/>
          </p:cNvSpPr>
          <p:nvPr>
            <p:ph idx="15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</a:rPr>
              <a:t>a1</a:t>
            </a:r>
            <a:r>
              <a:rPr lang="en-US" altLang="zh-TW" sz="1500" dirty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size 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88264"/>
              </p:ext>
            </p:extLst>
          </p:nvPr>
        </p:nvGraphicFramePr>
        <p:xfrm>
          <a:off x="4283998" y="1124984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2555986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3131990" y="2852996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2555986" y="2852996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1835981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17" name="Text Box 11"/>
          <p:cNvSpPr txBox="1">
            <a:spLocks noChangeArrowheads="1"/>
          </p:cNvSpPr>
          <p:nvPr/>
        </p:nvSpPr>
        <p:spPr bwMode="auto">
          <a:xfrm>
            <a:off x="2699987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1835981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2699987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1835981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7308019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7596021" y="2708995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</a:p>
        </p:txBody>
      </p:sp>
      <p:sp>
        <p:nvSpPr>
          <p:cNvPr id="27" name="Text Box 11"/>
          <p:cNvSpPr txBox="1">
            <a:spLocks noChangeArrowheads="1"/>
          </p:cNvSpPr>
          <p:nvPr/>
        </p:nvSpPr>
        <p:spPr bwMode="auto">
          <a:xfrm>
            <a:off x="8172025" y="270899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28" name="Text Box 11"/>
          <p:cNvSpPr txBox="1">
            <a:spLocks noChangeArrowheads="1"/>
          </p:cNvSpPr>
          <p:nvPr/>
        </p:nvSpPr>
        <p:spPr bwMode="auto">
          <a:xfrm>
            <a:off x="6588014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7452020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30" name="Text Box 11"/>
          <p:cNvSpPr txBox="1">
            <a:spLocks noChangeArrowheads="1"/>
          </p:cNvSpPr>
          <p:nvPr/>
        </p:nvSpPr>
        <p:spPr bwMode="auto">
          <a:xfrm>
            <a:off x="6588014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33" name="Text Box 11"/>
          <p:cNvSpPr txBox="1">
            <a:spLocks noChangeArrowheads="1"/>
          </p:cNvSpPr>
          <p:nvPr/>
        </p:nvSpPr>
        <p:spPr bwMode="auto">
          <a:xfrm>
            <a:off x="7452020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34" name="Text Box 11"/>
          <p:cNvSpPr txBox="1">
            <a:spLocks noChangeArrowheads="1"/>
          </p:cNvSpPr>
          <p:nvPr/>
        </p:nvSpPr>
        <p:spPr bwMode="auto">
          <a:xfrm>
            <a:off x="6588014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</a:p>
        </p:txBody>
      </p:sp>
      <p:sp>
        <p:nvSpPr>
          <p:cNvPr id="11" name="內容版面配置區 10"/>
          <p:cNvSpPr>
            <a:spLocks noGrp="1"/>
          </p:cNvSpPr>
          <p:nvPr>
            <p:ph idx="10"/>
          </p:nvPr>
        </p:nvSpPr>
        <p:spPr>
          <a:xfrm>
            <a:off x="251970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37" name="內容版面配置區 36"/>
          <p:cNvSpPr>
            <a:spLocks noGrp="1"/>
          </p:cNvSpPr>
          <p:nvPr>
            <p:ph idx="12"/>
          </p:nvPr>
        </p:nvSpPr>
        <p:spPr>
          <a:xfrm>
            <a:off x="5004003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8" name="Text Box 11"/>
          <p:cNvSpPr txBox="1">
            <a:spLocks noChangeArrowheads="1"/>
          </p:cNvSpPr>
          <p:nvPr/>
        </p:nvSpPr>
        <p:spPr bwMode="auto">
          <a:xfrm>
            <a:off x="2267983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</a:p>
        </p:txBody>
      </p:sp>
      <p:sp>
        <p:nvSpPr>
          <p:cNvPr id="39" name="Text Box 11"/>
          <p:cNvSpPr txBox="1">
            <a:spLocks noChangeArrowheads="1"/>
          </p:cNvSpPr>
          <p:nvPr/>
        </p:nvSpPr>
        <p:spPr bwMode="auto">
          <a:xfrm>
            <a:off x="7020017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</a:p>
        </p:txBody>
      </p:sp>
      <p:sp>
        <p:nvSpPr>
          <p:cNvPr id="40" name="文字方塊 39"/>
          <p:cNvSpPr txBox="1"/>
          <p:nvPr/>
        </p:nvSpPr>
        <p:spPr>
          <a:xfrm>
            <a:off x="3563993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7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4716001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1531746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</a:rPr>
              <a:t>a1</a:t>
            </a:r>
            <a:r>
              <a:rPr lang="en-US" altLang="zh-TW" sz="1500" dirty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size 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3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idx="14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7" name="內容版面配置區 6"/>
          <p:cNvSpPr>
            <a:spLocks noGrp="1"/>
          </p:cNvSpPr>
          <p:nvPr>
            <p:ph idx="10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8" name="內容版面配置區 7"/>
          <p:cNvSpPr>
            <a:spLocks noGrp="1"/>
          </p:cNvSpPr>
          <p:nvPr>
            <p:ph idx="12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" name="內容版面配置區 8"/>
          <p:cNvSpPr>
            <a:spLocks noGrp="1"/>
          </p:cNvSpPr>
          <p:nvPr>
            <p:ph idx="15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</a:rPr>
              <a:t>a1</a:t>
            </a:r>
            <a:r>
              <a:rPr lang="en-US" altLang="zh-TW" sz="1500" dirty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size 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88264"/>
              </p:ext>
            </p:extLst>
          </p:nvPr>
        </p:nvGraphicFramePr>
        <p:xfrm>
          <a:off x="4283998" y="1124984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2555986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3131990" y="2852996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2555986" y="2852996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1835981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17" name="Text Box 11"/>
          <p:cNvSpPr txBox="1">
            <a:spLocks noChangeArrowheads="1"/>
          </p:cNvSpPr>
          <p:nvPr/>
        </p:nvSpPr>
        <p:spPr bwMode="auto">
          <a:xfrm>
            <a:off x="2699987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1835981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2699987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1835981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7308019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7596021" y="2708995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</a:p>
        </p:txBody>
      </p:sp>
      <p:sp>
        <p:nvSpPr>
          <p:cNvPr id="27" name="Text Box 11"/>
          <p:cNvSpPr txBox="1">
            <a:spLocks noChangeArrowheads="1"/>
          </p:cNvSpPr>
          <p:nvPr/>
        </p:nvSpPr>
        <p:spPr bwMode="auto">
          <a:xfrm>
            <a:off x="8172025" y="270899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28" name="Text Box 11"/>
          <p:cNvSpPr txBox="1">
            <a:spLocks noChangeArrowheads="1"/>
          </p:cNvSpPr>
          <p:nvPr/>
        </p:nvSpPr>
        <p:spPr bwMode="auto">
          <a:xfrm>
            <a:off x="6588014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7452020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30" name="Text Box 11"/>
          <p:cNvSpPr txBox="1">
            <a:spLocks noChangeArrowheads="1"/>
          </p:cNvSpPr>
          <p:nvPr/>
        </p:nvSpPr>
        <p:spPr bwMode="auto">
          <a:xfrm>
            <a:off x="6588014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33" name="Text Box 11"/>
          <p:cNvSpPr txBox="1">
            <a:spLocks noChangeArrowheads="1"/>
          </p:cNvSpPr>
          <p:nvPr/>
        </p:nvSpPr>
        <p:spPr bwMode="auto">
          <a:xfrm>
            <a:off x="7452020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34" name="Text Box 11"/>
          <p:cNvSpPr txBox="1">
            <a:spLocks noChangeArrowheads="1"/>
          </p:cNvSpPr>
          <p:nvPr/>
        </p:nvSpPr>
        <p:spPr bwMode="auto">
          <a:xfrm>
            <a:off x="6588014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</a:p>
        </p:txBody>
      </p:sp>
      <p:sp>
        <p:nvSpPr>
          <p:cNvPr id="11" name="內容版面配置區 10"/>
          <p:cNvSpPr>
            <a:spLocks noGrp="1"/>
          </p:cNvSpPr>
          <p:nvPr>
            <p:ph idx="10"/>
          </p:nvPr>
        </p:nvSpPr>
        <p:spPr>
          <a:xfrm>
            <a:off x="251970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37" name="內容版面配置區 36"/>
          <p:cNvSpPr>
            <a:spLocks noGrp="1"/>
          </p:cNvSpPr>
          <p:nvPr>
            <p:ph idx="12"/>
          </p:nvPr>
        </p:nvSpPr>
        <p:spPr>
          <a:xfrm>
            <a:off x="5004003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8" name="Text Box 11"/>
          <p:cNvSpPr txBox="1">
            <a:spLocks noChangeArrowheads="1"/>
          </p:cNvSpPr>
          <p:nvPr/>
        </p:nvSpPr>
        <p:spPr bwMode="auto">
          <a:xfrm>
            <a:off x="2267983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</a:p>
        </p:txBody>
      </p:sp>
      <p:sp>
        <p:nvSpPr>
          <p:cNvPr id="39" name="Text Box 11"/>
          <p:cNvSpPr txBox="1">
            <a:spLocks noChangeArrowheads="1"/>
          </p:cNvSpPr>
          <p:nvPr/>
        </p:nvSpPr>
        <p:spPr bwMode="auto">
          <a:xfrm>
            <a:off x="7020017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</a:p>
        </p:txBody>
      </p:sp>
      <p:sp>
        <p:nvSpPr>
          <p:cNvPr id="40" name="文字方塊 39"/>
          <p:cNvSpPr txBox="1"/>
          <p:nvPr/>
        </p:nvSpPr>
        <p:spPr>
          <a:xfrm>
            <a:off x="3563993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76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4716001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4073722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</a:rPr>
              <a:t>a1</a:t>
            </a:r>
            <a:r>
              <a:rPr lang="en-US" altLang="zh-TW" sz="1500" dirty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size 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3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idx="14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7" name="內容版面配置區 6"/>
          <p:cNvSpPr>
            <a:spLocks noGrp="1"/>
          </p:cNvSpPr>
          <p:nvPr>
            <p:ph idx="10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8" name="內容版面配置區 7"/>
          <p:cNvSpPr>
            <a:spLocks noGrp="1"/>
          </p:cNvSpPr>
          <p:nvPr>
            <p:ph idx="12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" name="內容版面配置區 8"/>
          <p:cNvSpPr>
            <a:spLocks noGrp="1"/>
          </p:cNvSpPr>
          <p:nvPr>
            <p:ph idx="15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</a:rPr>
              <a:t>a1</a:t>
            </a:r>
            <a:r>
              <a:rPr lang="en-US" altLang="zh-TW" sz="1500" dirty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size 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88264"/>
              </p:ext>
            </p:extLst>
          </p:nvPr>
        </p:nvGraphicFramePr>
        <p:xfrm>
          <a:off x="4283998" y="1124984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2555986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3131990" y="2852996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2555986" y="2852996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1835981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17" name="Text Box 11"/>
          <p:cNvSpPr txBox="1">
            <a:spLocks noChangeArrowheads="1"/>
          </p:cNvSpPr>
          <p:nvPr/>
        </p:nvSpPr>
        <p:spPr bwMode="auto">
          <a:xfrm>
            <a:off x="2699987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1835981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19" name="Text Box 11"/>
          <p:cNvSpPr txBox="1">
            <a:spLocks noChangeArrowheads="1"/>
          </p:cNvSpPr>
          <p:nvPr/>
        </p:nvSpPr>
        <p:spPr bwMode="auto">
          <a:xfrm>
            <a:off x="3131990" y="4581008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2555986" y="458100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2699987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1835981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7308019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7596021" y="2708995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</a:p>
        </p:txBody>
      </p:sp>
      <p:sp>
        <p:nvSpPr>
          <p:cNvPr id="27" name="Text Box 11"/>
          <p:cNvSpPr txBox="1">
            <a:spLocks noChangeArrowheads="1"/>
          </p:cNvSpPr>
          <p:nvPr/>
        </p:nvSpPr>
        <p:spPr bwMode="auto">
          <a:xfrm>
            <a:off x="8172025" y="270899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28" name="Text Box 11"/>
          <p:cNvSpPr txBox="1">
            <a:spLocks noChangeArrowheads="1"/>
          </p:cNvSpPr>
          <p:nvPr/>
        </p:nvSpPr>
        <p:spPr bwMode="auto">
          <a:xfrm>
            <a:off x="6588014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7452020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30" name="Text Box 11"/>
          <p:cNvSpPr txBox="1">
            <a:spLocks noChangeArrowheads="1"/>
          </p:cNvSpPr>
          <p:nvPr/>
        </p:nvSpPr>
        <p:spPr bwMode="auto">
          <a:xfrm>
            <a:off x="6588014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31" name="Text Box 11"/>
          <p:cNvSpPr txBox="1">
            <a:spLocks noChangeArrowheads="1"/>
          </p:cNvSpPr>
          <p:nvPr/>
        </p:nvSpPr>
        <p:spPr bwMode="auto">
          <a:xfrm>
            <a:off x="7596021" y="4437007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32" name="Text Box 11"/>
          <p:cNvSpPr txBox="1">
            <a:spLocks noChangeArrowheads="1"/>
          </p:cNvSpPr>
          <p:nvPr/>
        </p:nvSpPr>
        <p:spPr bwMode="auto">
          <a:xfrm>
            <a:off x="8172025" y="4437007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33" name="Text Box 11"/>
          <p:cNvSpPr txBox="1">
            <a:spLocks noChangeArrowheads="1"/>
          </p:cNvSpPr>
          <p:nvPr/>
        </p:nvSpPr>
        <p:spPr bwMode="auto">
          <a:xfrm>
            <a:off x="7452020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34" name="Text Box 11"/>
          <p:cNvSpPr txBox="1">
            <a:spLocks noChangeArrowheads="1"/>
          </p:cNvSpPr>
          <p:nvPr/>
        </p:nvSpPr>
        <p:spPr bwMode="auto">
          <a:xfrm>
            <a:off x="6588014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</a:p>
        </p:txBody>
      </p:sp>
      <p:sp>
        <p:nvSpPr>
          <p:cNvPr id="11" name="內容版面配置區 10"/>
          <p:cNvSpPr>
            <a:spLocks noGrp="1"/>
          </p:cNvSpPr>
          <p:nvPr>
            <p:ph idx="10"/>
          </p:nvPr>
        </p:nvSpPr>
        <p:spPr>
          <a:xfrm>
            <a:off x="251970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37" name="內容版面配置區 36"/>
          <p:cNvSpPr>
            <a:spLocks noGrp="1"/>
          </p:cNvSpPr>
          <p:nvPr>
            <p:ph idx="12"/>
          </p:nvPr>
        </p:nvSpPr>
        <p:spPr>
          <a:xfrm>
            <a:off x="5004003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8" name="Text Box 11"/>
          <p:cNvSpPr txBox="1">
            <a:spLocks noChangeArrowheads="1"/>
          </p:cNvSpPr>
          <p:nvPr/>
        </p:nvSpPr>
        <p:spPr bwMode="auto">
          <a:xfrm>
            <a:off x="2267983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</a:p>
        </p:txBody>
      </p:sp>
      <p:sp>
        <p:nvSpPr>
          <p:cNvPr id="39" name="Text Box 11"/>
          <p:cNvSpPr txBox="1">
            <a:spLocks noChangeArrowheads="1"/>
          </p:cNvSpPr>
          <p:nvPr/>
        </p:nvSpPr>
        <p:spPr bwMode="auto">
          <a:xfrm>
            <a:off x="7020017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</a:p>
        </p:txBody>
      </p:sp>
      <p:sp>
        <p:nvSpPr>
          <p:cNvPr id="40" name="文字方塊 39"/>
          <p:cNvSpPr txBox="1"/>
          <p:nvPr/>
        </p:nvSpPr>
        <p:spPr>
          <a:xfrm>
            <a:off x="3563993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76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4716001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2528617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</a:rPr>
              <a:t>a1</a:t>
            </a:r>
            <a:r>
              <a:rPr lang="en-US" altLang="zh-TW" sz="1500" dirty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size 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3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idx="14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7" name="內容版面配置區 6"/>
          <p:cNvSpPr>
            <a:spLocks noGrp="1"/>
          </p:cNvSpPr>
          <p:nvPr>
            <p:ph idx="10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8" name="內容版面配置區 7"/>
          <p:cNvSpPr>
            <a:spLocks noGrp="1"/>
          </p:cNvSpPr>
          <p:nvPr>
            <p:ph idx="12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" name="內容版面配置區 8"/>
          <p:cNvSpPr>
            <a:spLocks noGrp="1"/>
          </p:cNvSpPr>
          <p:nvPr>
            <p:ph idx="15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</a:rPr>
              <a:t>a1</a:t>
            </a:r>
            <a:r>
              <a:rPr lang="en-US" altLang="zh-TW" sz="1500" dirty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size 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88264"/>
              </p:ext>
            </p:extLst>
          </p:nvPr>
        </p:nvGraphicFramePr>
        <p:xfrm>
          <a:off x="4283998" y="1124984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2555986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3131990" y="2852996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2555986" y="2852996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1835981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17" name="Text Box 11"/>
          <p:cNvSpPr txBox="1">
            <a:spLocks noChangeArrowheads="1"/>
          </p:cNvSpPr>
          <p:nvPr/>
        </p:nvSpPr>
        <p:spPr bwMode="auto">
          <a:xfrm>
            <a:off x="2699987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1835981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19" name="Text Box 11"/>
          <p:cNvSpPr txBox="1">
            <a:spLocks noChangeArrowheads="1"/>
          </p:cNvSpPr>
          <p:nvPr/>
        </p:nvSpPr>
        <p:spPr bwMode="auto">
          <a:xfrm>
            <a:off x="3131990" y="4581008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2555986" y="458100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2699987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1835981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2699987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1835981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7308019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7596021" y="2708995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</a:p>
        </p:txBody>
      </p:sp>
      <p:sp>
        <p:nvSpPr>
          <p:cNvPr id="27" name="Text Box 11"/>
          <p:cNvSpPr txBox="1">
            <a:spLocks noChangeArrowheads="1"/>
          </p:cNvSpPr>
          <p:nvPr/>
        </p:nvSpPr>
        <p:spPr bwMode="auto">
          <a:xfrm>
            <a:off x="8172025" y="270899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28" name="Text Box 11"/>
          <p:cNvSpPr txBox="1">
            <a:spLocks noChangeArrowheads="1"/>
          </p:cNvSpPr>
          <p:nvPr/>
        </p:nvSpPr>
        <p:spPr bwMode="auto">
          <a:xfrm>
            <a:off x="6588014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7452020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30" name="Text Box 11"/>
          <p:cNvSpPr txBox="1">
            <a:spLocks noChangeArrowheads="1"/>
          </p:cNvSpPr>
          <p:nvPr/>
        </p:nvSpPr>
        <p:spPr bwMode="auto">
          <a:xfrm>
            <a:off x="6588014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31" name="Text Box 11"/>
          <p:cNvSpPr txBox="1">
            <a:spLocks noChangeArrowheads="1"/>
          </p:cNvSpPr>
          <p:nvPr/>
        </p:nvSpPr>
        <p:spPr bwMode="auto">
          <a:xfrm>
            <a:off x="7596021" y="4437007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32" name="Text Box 11"/>
          <p:cNvSpPr txBox="1">
            <a:spLocks noChangeArrowheads="1"/>
          </p:cNvSpPr>
          <p:nvPr/>
        </p:nvSpPr>
        <p:spPr bwMode="auto">
          <a:xfrm>
            <a:off x="8172025" y="4437007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33" name="Text Box 11"/>
          <p:cNvSpPr txBox="1">
            <a:spLocks noChangeArrowheads="1"/>
          </p:cNvSpPr>
          <p:nvPr/>
        </p:nvSpPr>
        <p:spPr bwMode="auto">
          <a:xfrm>
            <a:off x="7452020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34" name="Text Box 11"/>
          <p:cNvSpPr txBox="1">
            <a:spLocks noChangeArrowheads="1"/>
          </p:cNvSpPr>
          <p:nvPr/>
        </p:nvSpPr>
        <p:spPr bwMode="auto">
          <a:xfrm>
            <a:off x="6588014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</a:p>
        </p:txBody>
      </p:sp>
      <p:sp>
        <p:nvSpPr>
          <p:cNvPr id="35" name="Text Box 11"/>
          <p:cNvSpPr txBox="1">
            <a:spLocks noChangeArrowheads="1"/>
          </p:cNvSpPr>
          <p:nvPr/>
        </p:nvSpPr>
        <p:spPr bwMode="auto">
          <a:xfrm>
            <a:off x="7452020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36" name="Text Box 11"/>
          <p:cNvSpPr txBox="1">
            <a:spLocks noChangeArrowheads="1"/>
          </p:cNvSpPr>
          <p:nvPr/>
        </p:nvSpPr>
        <p:spPr bwMode="auto">
          <a:xfrm>
            <a:off x="6588014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11" name="內容版面配置區 10"/>
          <p:cNvSpPr>
            <a:spLocks noGrp="1"/>
          </p:cNvSpPr>
          <p:nvPr>
            <p:ph idx="10"/>
          </p:nvPr>
        </p:nvSpPr>
        <p:spPr>
          <a:xfrm>
            <a:off x="251970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37" name="內容版面配置區 36"/>
          <p:cNvSpPr>
            <a:spLocks noGrp="1"/>
          </p:cNvSpPr>
          <p:nvPr>
            <p:ph idx="12"/>
          </p:nvPr>
        </p:nvSpPr>
        <p:spPr>
          <a:xfrm>
            <a:off x="5004003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8" name="Text Box 11"/>
          <p:cNvSpPr txBox="1">
            <a:spLocks noChangeArrowheads="1"/>
          </p:cNvSpPr>
          <p:nvPr/>
        </p:nvSpPr>
        <p:spPr bwMode="auto">
          <a:xfrm>
            <a:off x="2267983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</a:p>
        </p:txBody>
      </p:sp>
      <p:sp>
        <p:nvSpPr>
          <p:cNvPr id="39" name="Text Box 11"/>
          <p:cNvSpPr txBox="1">
            <a:spLocks noChangeArrowheads="1"/>
          </p:cNvSpPr>
          <p:nvPr/>
        </p:nvSpPr>
        <p:spPr bwMode="auto">
          <a:xfrm>
            <a:off x="7020017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</a:p>
        </p:txBody>
      </p:sp>
      <p:sp>
        <p:nvSpPr>
          <p:cNvPr id="40" name="文字方塊 39"/>
          <p:cNvSpPr txBox="1"/>
          <p:nvPr/>
        </p:nvSpPr>
        <p:spPr>
          <a:xfrm>
            <a:off x="3563993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76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4716001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52711608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</a:rPr>
              <a:t>a1</a:t>
            </a:r>
            <a:r>
              <a:rPr lang="en-US" altLang="zh-TW" sz="1500" dirty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size 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3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idx="14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7" name="內容版面配置區 6"/>
          <p:cNvSpPr>
            <a:spLocks noGrp="1"/>
          </p:cNvSpPr>
          <p:nvPr>
            <p:ph idx="10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8" name="內容版面配置區 7"/>
          <p:cNvSpPr>
            <a:spLocks noGrp="1"/>
          </p:cNvSpPr>
          <p:nvPr>
            <p:ph idx="12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" name="內容版面配置區 8"/>
          <p:cNvSpPr>
            <a:spLocks noGrp="1"/>
          </p:cNvSpPr>
          <p:nvPr>
            <p:ph idx="15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</a:rPr>
              <a:t>a1</a:t>
            </a:r>
            <a:r>
              <a:rPr lang="en-US" altLang="zh-TW" sz="1500" dirty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size 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88264"/>
              </p:ext>
            </p:extLst>
          </p:nvPr>
        </p:nvGraphicFramePr>
        <p:xfrm>
          <a:off x="4283998" y="1124984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2555986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3131990" y="2852996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2555986" y="2852996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1835981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17" name="Text Box 11"/>
          <p:cNvSpPr txBox="1">
            <a:spLocks noChangeArrowheads="1"/>
          </p:cNvSpPr>
          <p:nvPr/>
        </p:nvSpPr>
        <p:spPr bwMode="auto">
          <a:xfrm>
            <a:off x="2699987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1835981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19" name="Text Box 11"/>
          <p:cNvSpPr txBox="1">
            <a:spLocks noChangeArrowheads="1"/>
          </p:cNvSpPr>
          <p:nvPr/>
        </p:nvSpPr>
        <p:spPr bwMode="auto">
          <a:xfrm>
            <a:off x="3131990" y="4581008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2555986" y="458100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2699987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1835981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2699987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1835981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7308019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7596021" y="2708995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</a:p>
        </p:txBody>
      </p:sp>
      <p:sp>
        <p:nvSpPr>
          <p:cNvPr id="27" name="Text Box 11"/>
          <p:cNvSpPr txBox="1">
            <a:spLocks noChangeArrowheads="1"/>
          </p:cNvSpPr>
          <p:nvPr/>
        </p:nvSpPr>
        <p:spPr bwMode="auto">
          <a:xfrm>
            <a:off x="8172025" y="270899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28" name="Text Box 11"/>
          <p:cNvSpPr txBox="1">
            <a:spLocks noChangeArrowheads="1"/>
          </p:cNvSpPr>
          <p:nvPr/>
        </p:nvSpPr>
        <p:spPr bwMode="auto">
          <a:xfrm>
            <a:off x="6588014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7452020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30" name="Text Box 11"/>
          <p:cNvSpPr txBox="1">
            <a:spLocks noChangeArrowheads="1"/>
          </p:cNvSpPr>
          <p:nvPr/>
        </p:nvSpPr>
        <p:spPr bwMode="auto">
          <a:xfrm>
            <a:off x="6588014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31" name="Text Box 11"/>
          <p:cNvSpPr txBox="1">
            <a:spLocks noChangeArrowheads="1"/>
          </p:cNvSpPr>
          <p:nvPr/>
        </p:nvSpPr>
        <p:spPr bwMode="auto">
          <a:xfrm>
            <a:off x="7596021" y="4437007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32" name="Text Box 11"/>
          <p:cNvSpPr txBox="1">
            <a:spLocks noChangeArrowheads="1"/>
          </p:cNvSpPr>
          <p:nvPr/>
        </p:nvSpPr>
        <p:spPr bwMode="auto">
          <a:xfrm>
            <a:off x="8172025" y="4437007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33" name="Text Box 11"/>
          <p:cNvSpPr txBox="1">
            <a:spLocks noChangeArrowheads="1"/>
          </p:cNvSpPr>
          <p:nvPr/>
        </p:nvSpPr>
        <p:spPr bwMode="auto">
          <a:xfrm>
            <a:off x="7452020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34" name="Text Box 11"/>
          <p:cNvSpPr txBox="1">
            <a:spLocks noChangeArrowheads="1"/>
          </p:cNvSpPr>
          <p:nvPr/>
        </p:nvSpPr>
        <p:spPr bwMode="auto">
          <a:xfrm>
            <a:off x="6588014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</a:p>
        </p:txBody>
      </p:sp>
      <p:sp>
        <p:nvSpPr>
          <p:cNvPr id="35" name="Text Box 11"/>
          <p:cNvSpPr txBox="1">
            <a:spLocks noChangeArrowheads="1"/>
          </p:cNvSpPr>
          <p:nvPr/>
        </p:nvSpPr>
        <p:spPr bwMode="auto">
          <a:xfrm>
            <a:off x="7452020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36" name="Text Box 11"/>
          <p:cNvSpPr txBox="1">
            <a:spLocks noChangeArrowheads="1"/>
          </p:cNvSpPr>
          <p:nvPr/>
        </p:nvSpPr>
        <p:spPr bwMode="auto">
          <a:xfrm>
            <a:off x="6588014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11" name="內容版面配置區 10"/>
          <p:cNvSpPr>
            <a:spLocks noGrp="1"/>
          </p:cNvSpPr>
          <p:nvPr>
            <p:ph idx="10"/>
          </p:nvPr>
        </p:nvSpPr>
        <p:spPr>
          <a:xfrm>
            <a:off x="251970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37" name="內容版面配置區 36"/>
          <p:cNvSpPr>
            <a:spLocks noGrp="1"/>
          </p:cNvSpPr>
          <p:nvPr>
            <p:ph idx="12"/>
          </p:nvPr>
        </p:nvSpPr>
        <p:spPr>
          <a:xfrm>
            <a:off x="5004003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8" name="Text Box 11"/>
          <p:cNvSpPr txBox="1">
            <a:spLocks noChangeArrowheads="1"/>
          </p:cNvSpPr>
          <p:nvPr/>
        </p:nvSpPr>
        <p:spPr bwMode="auto">
          <a:xfrm>
            <a:off x="2267983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</a:p>
        </p:txBody>
      </p:sp>
      <p:sp>
        <p:nvSpPr>
          <p:cNvPr id="39" name="Text Box 11"/>
          <p:cNvSpPr txBox="1">
            <a:spLocks noChangeArrowheads="1"/>
          </p:cNvSpPr>
          <p:nvPr/>
        </p:nvSpPr>
        <p:spPr bwMode="auto">
          <a:xfrm>
            <a:off x="7020017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</a:p>
        </p:txBody>
      </p:sp>
      <p:sp>
        <p:nvSpPr>
          <p:cNvPr id="40" name="文字方塊 39"/>
          <p:cNvSpPr txBox="1"/>
          <p:nvPr/>
        </p:nvSpPr>
        <p:spPr>
          <a:xfrm>
            <a:off x="3563993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769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4716001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7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540824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</a:rPr>
              <a:t>a1</a:t>
            </a:r>
            <a:r>
              <a:rPr lang="en-US" altLang="zh-TW" sz="1500" dirty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size 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3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idx="14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7" name="內容版面配置區 6"/>
          <p:cNvSpPr>
            <a:spLocks noGrp="1"/>
          </p:cNvSpPr>
          <p:nvPr>
            <p:ph idx="10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8" name="內容版面配置區 7"/>
          <p:cNvSpPr>
            <a:spLocks noGrp="1"/>
          </p:cNvSpPr>
          <p:nvPr>
            <p:ph idx="12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" name="內容版面配置區 8"/>
          <p:cNvSpPr>
            <a:spLocks noGrp="1"/>
          </p:cNvSpPr>
          <p:nvPr>
            <p:ph idx="15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</a:rPr>
              <a:t>a1</a:t>
            </a:r>
            <a:r>
              <a:rPr lang="en-US" altLang="zh-TW" sz="1500" dirty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size 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88264"/>
              </p:ext>
            </p:extLst>
          </p:nvPr>
        </p:nvGraphicFramePr>
        <p:xfrm>
          <a:off x="4283998" y="1124984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2555986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3131990" y="2852996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2555986" y="2852996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1835981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17" name="Text Box 11"/>
          <p:cNvSpPr txBox="1">
            <a:spLocks noChangeArrowheads="1"/>
          </p:cNvSpPr>
          <p:nvPr/>
        </p:nvSpPr>
        <p:spPr bwMode="auto">
          <a:xfrm>
            <a:off x="2699987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1835981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19" name="Text Box 11"/>
          <p:cNvSpPr txBox="1">
            <a:spLocks noChangeArrowheads="1"/>
          </p:cNvSpPr>
          <p:nvPr/>
        </p:nvSpPr>
        <p:spPr bwMode="auto">
          <a:xfrm>
            <a:off x="3131990" y="4581008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2555986" y="458100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2699987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1835981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2699987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1835981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7308019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7596021" y="2708995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</a:p>
        </p:txBody>
      </p:sp>
      <p:sp>
        <p:nvSpPr>
          <p:cNvPr id="27" name="Text Box 11"/>
          <p:cNvSpPr txBox="1">
            <a:spLocks noChangeArrowheads="1"/>
          </p:cNvSpPr>
          <p:nvPr/>
        </p:nvSpPr>
        <p:spPr bwMode="auto">
          <a:xfrm>
            <a:off x="8172025" y="270899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28" name="Text Box 11"/>
          <p:cNvSpPr txBox="1">
            <a:spLocks noChangeArrowheads="1"/>
          </p:cNvSpPr>
          <p:nvPr/>
        </p:nvSpPr>
        <p:spPr bwMode="auto">
          <a:xfrm>
            <a:off x="6588014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7452020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30" name="Text Box 11"/>
          <p:cNvSpPr txBox="1">
            <a:spLocks noChangeArrowheads="1"/>
          </p:cNvSpPr>
          <p:nvPr/>
        </p:nvSpPr>
        <p:spPr bwMode="auto">
          <a:xfrm>
            <a:off x="6588014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31" name="Text Box 11"/>
          <p:cNvSpPr txBox="1">
            <a:spLocks noChangeArrowheads="1"/>
          </p:cNvSpPr>
          <p:nvPr/>
        </p:nvSpPr>
        <p:spPr bwMode="auto">
          <a:xfrm>
            <a:off x="7596021" y="4437007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32" name="Text Box 11"/>
          <p:cNvSpPr txBox="1">
            <a:spLocks noChangeArrowheads="1"/>
          </p:cNvSpPr>
          <p:nvPr/>
        </p:nvSpPr>
        <p:spPr bwMode="auto">
          <a:xfrm>
            <a:off x="8172025" y="4437007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33" name="Text Box 11"/>
          <p:cNvSpPr txBox="1">
            <a:spLocks noChangeArrowheads="1"/>
          </p:cNvSpPr>
          <p:nvPr/>
        </p:nvSpPr>
        <p:spPr bwMode="auto">
          <a:xfrm>
            <a:off x="7452020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34" name="Text Box 11"/>
          <p:cNvSpPr txBox="1">
            <a:spLocks noChangeArrowheads="1"/>
          </p:cNvSpPr>
          <p:nvPr/>
        </p:nvSpPr>
        <p:spPr bwMode="auto">
          <a:xfrm>
            <a:off x="6588014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</a:p>
        </p:txBody>
      </p:sp>
      <p:sp>
        <p:nvSpPr>
          <p:cNvPr id="35" name="Text Box 11"/>
          <p:cNvSpPr txBox="1">
            <a:spLocks noChangeArrowheads="1"/>
          </p:cNvSpPr>
          <p:nvPr/>
        </p:nvSpPr>
        <p:spPr bwMode="auto">
          <a:xfrm>
            <a:off x="7452020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36" name="Text Box 11"/>
          <p:cNvSpPr txBox="1">
            <a:spLocks noChangeArrowheads="1"/>
          </p:cNvSpPr>
          <p:nvPr/>
        </p:nvSpPr>
        <p:spPr bwMode="auto">
          <a:xfrm>
            <a:off x="6588014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11" name="內容版面配置區 10"/>
          <p:cNvSpPr>
            <a:spLocks noGrp="1"/>
          </p:cNvSpPr>
          <p:nvPr>
            <p:ph idx="10"/>
          </p:nvPr>
        </p:nvSpPr>
        <p:spPr>
          <a:xfrm>
            <a:off x="251970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37" name="內容版面配置區 36"/>
          <p:cNvSpPr>
            <a:spLocks noGrp="1"/>
          </p:cNvSpPr>
          <p:nvPr>
            <p:ph idx="12"/>
          </p:nvPr>
        </p:nvSpPr>
        <p:spPr>
          <a:xfrm>
            <a:off x="5004003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8" name="Text Box 11"/>
          <p:cNvSpPr txBox="1">
            <a:spLocks noChangeArrowheads="1"/>
          </p:cNvSpPr>
          <p:nvPr/>
        </p:nvSpPr>
        <p:spPr bwMode="auto">
          <a:xfrm>
            <a:off x="2267983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</a:p>
        </p:txBody>
      </p:sp>
      <p:sp>
        <p:nvSpPr>
          <p:cNvPr id="39" name="Text Box 11"/>
          <p:cNvSpPr txBox="1">
            <a:spLocks noChangeArrowheads="1"/>
          </p:cNvSpPr>
          <p:nvPr/>
        </p:nvSpPr>
        <p:spPr bwMode="auto">
          <a:xfrm>
            <a:off x="7020017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</a:p>
        </p:txBody>
      </p:sp>
      <p:sp>
        <p:nvSpPr>
          <p:cNvPr id="40" name="文字方塊 39"/>
          <p:cNvSpPr txBox="1"/>
          <p:nvPr/>
        </p:nvSpPr>
        <p:spPr>
          <a:xfrm>
            <a:off x="3563993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769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4716001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76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1087129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</a:rPr>
              <a:t>a1</a:t>
            </a:r>
            <a:r>
              <a:rPr lang="en-US" altLang="zh-TW" sz="1500" dirty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size 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3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idx="14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7" name="內容版面配置區 6"/>
          <p:cNvSpPr>
            <a:spLocks noGrp="1"/>
          </p:cNvSpPr>
          <p:nvPr>
            <p:ph idx="10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88264"/>
              </p:ext>
            </p:extLst>
          </p:nvPr>
        </p:nvGraphicFramePr>
        <p:xfrm>
          <a:off x="4283998" y="1124984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內容版面配置區 7"/>
          <p:cNvSpPr>
            <a:spLocks noGrp="1"/>
          </p:cNvSpPr>
          <p:nvPr>
            <p:ph idx="12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2555986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9" name="內容版面配置區 8"/>
          <p:cNvSpPr>
            <a:spLocks noGrp="1"/>
          </p:cNvSpPr>
          <p:nvPr>
            <p:ph idx="15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</a:rPr>
              <a:t>a1</a:t>
            </a:r>
            <a:r>
              <a:rPr lang="en-US" altLang="zh-TW" sz="1500" dirty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size 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3131990" y="2852996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2555986" y="2852996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1835981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17" name="Text Box 11"/>
          <p:cNvSpPr txBox="1">
            <a:spLocks noChangeArrowheads="1"/>
          </p:cNvSpPr>
          <p:nvPr/>
        </p:nvSpPr>
        <p:spPr bwMode="auto">
          <a:xfrm>
            <a:off x="2699987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1835981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19" name="Text Box 11"/>
          <p:cNvSpPr txBox="1">
            <a:spLocks noChangeArrowheads="1"/>
          </p:cNvSpPr>
          <p:nvPr/>
        </p:nvSpPr>
        <p:spPr bwMode="auto">
          <a:xfrm>
            <a:off x="3131990" y="4581008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2555986" y="458100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2699987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1835981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2699987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1835981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7308019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7596021" y="2708995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</a:p>
        </p:txBody>
      </p:sp>
      <p:sp>
        <p:nvSpPr>
          <p:cNvPr id="27" name="Text Box 11"/>
          <p:cNvSpPr txBox="1">
            <a:spLocks noChangeArrowheads="1"/>
          </p:cNvSpPr>
          <p:nvPr/>
        </p:nvSpPr>
        <p:spPr bwMode="auto">
          <a:xfrm>
            <a:off x="8172025" y="270899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28" name="Text Box 11"/>
          <p:cNvSpPr txBox="1">
            <a:spLocks noChangeArrowheads="1"/>
          </p:cNvSpPr>
          <p:nvPr/>
        </p:nvSpPr>
        <p:spPr bwMode="auto">
          <a:xfrm>
            <a:off x="6588014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7452020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30" name="Text Box 11"/>
          <p:cNvSpPr txBox="1">
            <a:spLocks noChangeArrowheads="1"/>
          </p:cNvSpPr>
          <p:nvPr/>
        </p:nvSpPr>
        <p:spPr bwMode="auto">
          <a:xfrm>
            <a:off x="6588014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</a:p>
        </p:txBody>
      </p:sp>
      <p:sp>
        <p:nvSpPr>
          <p:cNvPr id="31" name="Text Box 11"/>
          <p:cNvSpPr txBox="1">
            <a:spLocks noChangeArrowheads="1"/>
          </p:cNvSpPr>
          <p:nvPr/>
        </p:nvSpPr>
        <p:spPr bwMode="auto">
          <a:xfrm>
            <a:off x="7596021" y="4437007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32" name="Text Box 11"/>
          <p:cNvSpPr txBox="1">
            <a:spLocks noChangeArrowheads="1"/>
          </p:cNvSpPr>
          <p:nvPr/>
        </p:nvSpPr>
        <p:spPr bwMode="auto">
          <a:xfrm>
            <a:off x="8172025" y="4437007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33" name="Text Box 11"/>
          <p:cNvSpPr txBox="1">
            <a:spLocks noChangeArrowheads="1"/>
          </p:cNvSpPr>
          <p:nvPr/>
        </p:nvSpPr>
        <p:spPr bwMode="auto">
          <a:xfrm>
            <a:off x="7452020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34" name="Text Box 11"/>
          <p:cNvSpPr txBox="1">
            <a:spLocks noChangeArrowheads="1"/>
          </p:cNvSpPr>
          <p:nvPr/>
        </p:nvSpPr>
        <p:spPr bwMode="auto">
          <a:xfrm>
            <a:off x="6588014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</a:p>
        </p:txBody>
      </p:sp>
      <p:sp>
        <p:nvSpPr>
          <p:cNvPr id="35" name="Text Box 11"/>
          <p:cNvSpPr txBox="1">
            <a:spLocks noChangeArrowheads="1"/>
          </p:cNvSpPr>
          <p:nvPr/>
        </p:nvSpPr>
        <p:spPr bwMode="auto">
          <a:xfrm>
            <a:off x="7452020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36" name="Text Box 11"/>
          <p:cNvSpPr txBox="1">
            <a:spLocks noChangeArrowheads="1"/>
          </p:cNvSpPr>
          <p:nvPr/>
        </p:nvSpPr>
        <p:spPr bwMode="auto">
          <a:xfrm>
            <a:off x="6588014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</a:p>
        </p:txBody>
      </p:sp>
      <p:sp>
        <p:nvSpPr>
          <p:cNvPr id="11" name="內容版面配置區 10"/>
          <p:cNvSpPr>
            <a:spLocks noGrp="1"/>
          </p:cNvSpPr>
          <p:nvPr>
            <p:ph idx="10"/>
          </p:nvPr>
        </p:nvSpPr>
        <p:spPr>
          <a:xfrm>
            <a:off x="251970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37" name="內容版面配置區 36"/>
          <p:cNvSpPr>
            <a:spLocks noGrp="1"/>
          </p:cNvSpPr>
          <p:nvPr>
            <p:ph idx="12"/>
          </p:nvPr>
        </p:nvSpPr>
        <p:spPr>
          <a:xfrm>
            <a:off x="5004003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8" name="Text Box 11"/>
          <p:cNvSpPr txBox="1">
            <a:spLocks noChangeArrowheads="1"/>
          </p:cNvSpPr>
          <p:nvPr/>
        </p:nvSpPr>
        <p:spPr bwMode="auto">
          <a:xfrm>
            <a:off x="2267983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</a:p>
        </p:txBody>
      </p:sp>
      <p:sp>
        <p:nvSpPr>
          <p:cNvPr id="39" name="Text Box 11"/>
          <p:cNvSpPr txBox="1">
            <a:spLocks noChangeArrowheads="1"/>
          </p:cNvSpPr>
          <p:nvPr/>
        </p:nvSpPr>
        <p:spPr bwMode="auto">
          <a:xfrm>
            <a:off x="7020017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</a:p>
        </p:txBody>
      </p:sp>
      <p:sp>
        <p:nvSpPr>
          <p:cNvPr id="40" name="文字方塊 39"/>
          <p:cNvSpPr txBox="1"/>
          <p:nvPr/>
        </p:nvSpPr>
        <p:spPr>
          <a:xfrm>
            <a:off x="3563993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769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4716001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769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99654445"/>
      </p:ext>
    </p:extLst>
  </p:cSld>
  <p:clrMapOvr>
    <a:masterClrMapping/>
  </p:clrMapOvr>
</p:sld>
</file>

<file path=ppt/theme/theme1.xml><?xml version="1.0" encoding="utf-8"?>
<a:theme xmlns:a="http://schemas.openxmlformats.org/drawingml/2006/main" name="ppt_template_07-25-2002">
  <a:themeElements>
    <a:clrScheme name="">
      <a:dk1>
        <a:srgbClr val="000000"/>
      </a:dk1>
      <a:lt1>
        <a:srgbClr val="FFFFFF"/>
      </a:lt1>
      <a:dk2>
        <a:srgbClr val="000000"/>
      </a:dk2>
      <a:lt2>
        <a:srgbClr val="FF0000"/>
      </a:lt2>
      <a:accent1>
        <a:srgbClr val="0099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CAFF"/>
      </a:accent5>
      <a:accent6>
        <a:srgbClr val="2D2DB9"/>
      </a:accent6>
      <a:hlink>
        <a:srgbClr val="0000FF"/>
      </a:hlink>
      <a:folHlink>
        <a:srgbClr val="B2B2B2"/>
      </a:folHlink>
    </a:clrScheme>
    <a:fontScheme name="自訂 1">
      <a:majorFont>
        <a:latin typeface="Times New Roman"/>
        <a:ea typeface="DFKai-SB"/>
        <a:cs typeface=""/>
      </a:majorFont>
      <a:minorFont>
        <a:latin typeface="Lucida Console"/>
        <a:ea typeface="DFKai-SB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urier New" pitchFamily="49" charset="0"/>
            <a:cs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urier New" pitchFamily="49" charset="0"/>
            <a:cs typeface="Times New Roman" pitchFamily="18" charset="0"/>
          </a:defRPr>
        </a:defPPr>
      </a:lstStyle>
    </a:lnDef>
  </a:objectDefaults>
  <a:extraClrSchemeLst>
    <a:extraClrScheme>
      <a:clrScheme name="ppt_template_07-25-2002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_template_07-25-2002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07-25-2002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07-25-2002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07-25-2002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07-25-2002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07-25-2002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008000"/>
    </a:lt2>
    <a:accent1>
      <a:srgbClr val="FFE699"/>
    </a:accent1>
    <a:accent2>
      <a:srgbClr val="FF0000"/>
    </a:accent2>
    <a:accent3>
      <a:srgbClr val="FFFFFF"/>
    </a:accent3>
    <a:accent4>
      <a:srgbClr val="000000"/>
    </a:accent4>
    <a:accent5>
      <a:srgbClr val="FFF0CA"/>
    </a:accent5>
    <a:accent6>
      <a:srgbClr val="E70000"/>
    </a:accent6>
    <a:hlink>
      <a:srgbClr val="CCCCFF"/>
    </a:hlink>
    <a:folHlink>
      <a:srgbClr val="99CCF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Designs\ppt_template_07-25-2002.pot</Template>
  <TotalTime>8389</TotalTime>
  <Words>13187</Words>
  <Application>Microsoft Office PowerPoint</Application>
  <PresentationFormat>如螢幕大小 (4:3)</PresentationFormat>
  <Paragraphs>3189</Paragraphs>
  <Slides>100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100</vt:i4>
      </vt:variant>
    </vt:vector>
  </HeadingPairs>
  <TitlesOfParts>
    <vt:vector size="107" baseType="lpstr">
      <vt:lpstr>AvantGarde</vt:lpstr>
      <vt:lpstr>DFKai-SB</vt:lpstr>
      <vt:lpstr>Courier New</vt:lpstr>
      <vt:lpstr>Helvetica</vt:lpstr>
      <vt:lpstr>Lucida Console</vt:lpstr>
      <vt:lpstr>Times New Roman</vt:lpstr>
      <vt:lpstr>ppt_template_07-25-2002</vt:lpstr>
      <vt:lpstr>Number of  Digits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Summing Digits</vt:lpstr>
      <vt:lpstr>PowerPoint 簡報</vt:lpstr>
      <vt:lpstr>PowerPoint 簡報</vt:lpstr>
      <vt:lpstr>PowerPoint 簡報</vt:lpstr>
      <vt:lpstr>PowerPoint 簡報</vt:lpstr>
      <vt:lpstr>Prints Digits in the Reverse Order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Prints Digits of An Integer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Prints Digits of An Integer Forward and Backward</vt:lpstr>
      <vt:lpstr>PowerPoint 簡報</vt:lpstr>
      <vt:lpstr>PowerPoint 簡報</vt:lpstr>
      <vt:lpstr>PowerPoint 簡報</vt:lpstr>
      <vt:lpstr>Recursive Prints an Array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Recursive Prints an Array in Reverse Order</vt:lpstr>
      <vt:lpstr>PowerPoint 簡報</vt:lpstr>
      <vt:lpstr>PowerPoint 簡報</vt:lpstr>
      <vt:lpstr>PowerPoint 簡報</vt:lpstr>
      <vt:lpstr>Recursive Prints an Array Forward and Backward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Deitel &amp; Associates, Incorporated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3 - Functions</dc:title>
  <dc:creator>kalid</dc:creator>
  <cp:lastModifiedBy>王郁佳</cp:lastModifiedBy>
  <cp:revision>1363</cp:revision>
  <dcterms:created xsi:type="dcterms:W3CDTF">2002-07-31T17:44:31Z</dcterms:created>
  <dcterms:modified xsi:type="dcterms:W3CDTF">2023-10-16T13:04:00Z</dcterms:modified>
</cp:coreProperties>
</file>